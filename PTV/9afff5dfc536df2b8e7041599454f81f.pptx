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66" r:id="rId3"/>
    <p:sldId id="259" r:id="rId5"/>
    <p:sldId id="271" r:id="rId6"/>
    <p:sldId id="272" r:id="rId7"/>
    <p:sldId id="273" r:id="rId8"/>
    <p:sldId id="274" r:id="rId9"/>
    <p:sldId id="275" r:id="rId10"/>
    <p:sldId id="290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7" r:id="rId21"/>
    <p:sldId id="288" r:id="rId22"/>
    <p:sldId id="265" r:id="rId23"/>
  </p:sldIdLst>
  <p:sldSz cx="5119370" cy="2879725"/>
  <p:notesSz cx="6797675" cy="9928225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26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C4D"/>
    <a:srgbClr val="DDDDDD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79"/>
    <p:restoredTop sz="90436"/>
  </p:normalViewPr>
  <p:slideViewPr>
    <p:cSldViewPr showGuides="1">
      <p:cViewPr varScale="1">
        <p:scale>
          <a:sx n="183" d="100"/>
          <a:sy n="183" d="100"/>
        </p:scale>
        <p:origin x="690" y="144"/>
      </p:cViewPr>
      <p:guideLst>
        <p:guide orient="horz" pos="2176"/>
        <p:guide pos="262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3414" y="-78"/>
      </p:cViewPr>
      <p:guideLst>
        <p:guide orient="horz" pos="3211"/>
        <p:guide pos="2141"/>
      </p:guideLst>
    </p:cSldViewPr>
  </p:notes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B51A6-BC95-471A-B88B-EF77C09534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220643-1992-3140-A3E2-821845828A2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83836" y="895350"/>
            <a:ext cx="4352017" cy="6159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67671" y="1631950"/>
            <a:ext cx="3584346" cy="736600"/>
          </a:xfrm>
        </p:spPr>
        <p:txBody>
          <a:bodyPr/>
          <a:lstStyle>
            <a:lvl1pPr marL="0" indent="0" algn="ctr">
              <a:buNone/>
              <a:defRPr/>
            </a:lvl1pPr>
            <a:lvl2pPr marL="406400" indent="0" algn="ctr">
              <a:buNone/>
              <a:defRPr/>
            </a:lvl2pPr>
            <a:lvl3pPr marL="812800" indent="0" algn="ctr">
              <a:buNone/>
              <a:defRPr/>
            </a:lvl3pPr>
            <a:lvl4pPr marL="1219200" indent="0" algn="ctr">
              <a:buNone/>
              <a:defRPr/>
            </a:lvl4pPr>
            <a:lvl5pPr marL="1625600" indent="0" algn="ctr">
              <a:buNone/>
              <a:defRPr/>
            </a:lvl5pPr>
            <a:lvl6pPr marL="2032000" indent="0" algn="ctr">
              <a:buNone/>
              <a:defRPr/>
            </a:lvl6pPr>
            <a:lvl7pPr marL="2438400" indent="0" algn="ctr">
              <a:buNone/>
              <a:defRPr/>
            </a:lvl7pPr>
            <a:lvl8pPr marL="2844800" indent="0" algn="ctr">
              <a:buNone/>
              <a:defRPr/>
            </a:lvl8pPr>
            <a:lvl9pPr marL="3251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004" y="1851025"/>
            <a:ext cx="4350605" cy="571500"/>
          </a:xfrm>
        </p:spPr>
        <p:txBody>
          <a:bodyPr anchor="t"/>
          <a:lstStyle>
            <a:lvl1pPr algn="l">
              <a:defRPr sz="3555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05004" y="1220788"/>
            <a:ext cx="4350605" cy="630237"/>
          </a:xfrm>
        </p:spPr>
        <p:txBody>
          <a:bodyPr anchor="b"/>
          <a:lstStyle>
            <a:lvl1pPr marL="0" indent="0">
              <a:buNone/>
              <a:defRPr sz="1780"/>
            </a:lvl1pPr>
            <a:lvl2pPr marL="406400" indent="0">
              <a:buNone/>
              <a:defRPr sz="1600"/>
            </a:lvl2pPr>
            <a:lvl3pPr marL="812800" indent="0">
              <a:buNone/>
              <a:defRPr sz="1420"/>
            </a:lvl3pPr>
            <a:lvl4pPr marL="1219200" indent="0">
              <a:buNone/>
              <a:defRPr sz="1245"/>
            </a:lvl4pPr>
            <a:lvl5pPr marL="1625600" indent="0">
              <a:buNone/>
              <a:defRPr sz="1245"/>
            </a:lvl5pPr>
            <a:lvl6pPr marL="2032000" indent="0">
              <a:buNone/>
              <a:defRPr sz="1245"/>
            </a:lvl6pPr>
            <a:lvl7pPr marL="2438400" indent="0">
              <a:buNone/>
              <a:defRPr sz="1245"/>
            </a:lvl7pPr>
            <a:lvl8pPr marL="2844800" indent="0">
              <a:buNone/>
              <a:defRPr sz="1245"/>
            </a:lvl8pPr>
            <a:lvl9pPr marL="3251200" indent="0">
              <a:buNone/>
              <a:defRPr sz="124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6414" y="1600201"/>
            <a:ext cx="3589991" cy="4525963"/>
          </a:xfrm>
        </p:spPr>
        <p:txBody>
          <a:bodyPr/>
          <a:lstStyle>
            <a:lvl1pPr>
              <a:defRPr sz="2490"/>
            </a:lvl1pPr>
            <a:lvl2pPr>
              <a:defRPr sz="2135"/>
            </a:lvl2pPr>
            <a:lvl3pPr>
              <a:defRPr sz="178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31876" y="1600201"/>
            <a:ext cx="3589991" cy="4525963"/>
          </a:xfrm>
        </p:spPr>
        <p:txBody>
          <a:bodyPr/>
          <a:lstStyle>
            <a:lvl1pPr>
              <a:defRPr sz="2490"/>
            </a:lvl1pPr>
            <a:lvl2pPr>
              <a:defRPr sz="2135"/>
            </a:lvl2pPr>
            <a:lvl3pPr>
              <a:defRPr sz="178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421" y="115889"/>
            <a:ext cx="4608848" cy="4794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5420" y="644525"/>
            <a:ext cx="2262089" cy="268288"/>
          </a:xfrm>
        </p:spPr>
        <p:txBody>
          <a:bodyPr anchor="b"/>
          <a:lstStyle>
            <a:lvl1pPr marL="0" indent="0">
              <a:buNone/>
              <a:defRPr sz="2135" b="1"/>
            </a:lvl1pPr>
            <a:lvl2pPr marL="406400" indent="0">
              <a:buNone/>
              <a:defRPr sz="1780" b="1"/>
            </a:lvl2pPr>
            <a:lvl3pPr marL="812800" indent="0">
              <a:buNone/>
              <a:defRPr sz="1600" b="1"/>
            </a:lvl3pPr>
            <a:lvl4pPr marL="1219200" indent="0">
              <a:buNone/>
              <a:defRPr sz="1420" b="1"/>
            </a:lvl4pPr>
            <a:lvl5pPr marL="1625600" indent="0">
              <a:buNone/>
              <a:defRPr sz="1420" b="1"/>
            </a:lvl5pPr>
            <a:lvl6pPr marL="2032000" indent="0">
              <a:buNone/>
              <a:defRPr sz="1420" b="1"/>
            </a:lvl6pPr>
            <a:lvl7pPr marL="2438400" indent="0">
              <a:buNone/>
              <a:defRPr sz="1420" b="1"/>
            </a:lvl7pPr>
            <a:lvl8pPr marL="2844800" indent="0">
              <a:buNone/>
              <a:defRPr sz="1420" b="1"/>
            </a:lvl8pPr>
            <a:lvl9pPr marL="3251200" indent="0">
              <a:buNone/>
              <a:defRPr sz="14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5420" y="912814"/>
            <a:ext cx="2262089" cy="1658937"/>
          </a:xfrm>
        </p:spPr>
        <p:txBody>
          <a:bodyPr/>
          <a:lstStyle>
            <a:lvl1pPr>
              <a:defRPr sz="2135"/>
            </a:lvl1pPr>
            <a:lvl2pPr>
              <a:defRPr sz="1780"/>
            </a:lvl2pPr>
            <a:lvl3pPr>
              <a:defRPr sz="1600"/>
            </a:lvl3pPr>
            <a:lvl4pPr>
              <a:defRPr sz="1420"/>
            </a:lvl4pPr>
            <a:lvl5pPr>
              <a:defRPr sz="1420"/>
            </a:lvl5pPr>
            <a:lvl6pPr>
              <a:defRPr sz="1420"/>
            </a:lvl6pPr>
            <a:lvl7pPr>
              <a:defRPr sz="1420"/>
            </a:lvl7pPr>
            <a:lvl8pPr>
              <a:defRPr sz="1420"/>
            </a:lvl8pPr>
            <a:lvl9pPr>
              <a:defRPr sz="14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600768" y="644525"/>
            <a:ext cx="2263500" cy="268288"/>
          </a:xfrm>
        </p:spPr>
        <p:txBody>
          <a:bodyPr anchor="b"/>
          <a:lstStyle>
            <a:lvl1pPr marL="0" indent="0">
              <a:buNone/>
              <a:defRPr sz="2135" b="1"/>
            </a:lvl1pPr>
            <a:lvl2pPr marL="406400" indent="0">
              <a:buNone/>
              <a:defRPr sz="1780" b="1"/>
            </a:lvl2pPr>
            <a:lvl3pPr marL="812800" indent="0">
              <a:buNone/>
              <a:defRPr sz="1600" b="1"/>
            </a:lvl3pPr>
            <a:lvl4pPr marL="1219200" indent="0">
              <a:buNone/>
              <a:defRPr sz="1420" b="1"/>
            </a:lvl4pPr>
            <a:lvl5pPr marL="1625600" indent="0">
              <a:buNone/>
              <a:defRPr sz="1420" b="1"/>
            </a:lvl5pPr>
            <a:lvl6pPr marL="2032000" indent="0">
              <a:buNone/>
              <a:defRPr sz="1420" b="1"/>
            </a:lvl6pPr>
            <a:lvl7pPr marL="2438400" indent="0">
              <a:buNone/>
              <a:defRPr sz="1420" b="1"/>
            </a:lvl7pPr>
            <a:lvl8pPr marL="2844800" indent="0">
              <a:buNone/>
              <a:defRPr sz="1420" b="1"/>
            </a:lvl8pPr>
            <a:lvl9pPr marL="3251200" indent="0">
              <a:buNone/>
              <a:defRPr sz="14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600768" y="912814"/>
            <a:ext cx="2263500" cy="1658937"/>
          </a:xfrm>
        </p:spPr>
        <p:txBody>
          <a:bodyPr/>
          <a:lstStyle>
            <a:lvl1pPr>
              <a:defRPr sz="2135"/>
            </a:lvl1pPr>
            <a:lvl2pPr>
              <a:defRPr sz="1780"/>
            </a:lvl2pPr>
            <a:lvl3pPr>
              <a:defRPr sz="1600"/>
            </a:lvl3pPr>
            <a:lvl4pPr>
              <a:defRPr sz="1420"/>
            </a:lvl4pPr>
            <a:lvl5pPr>
              <a:defRPr sz="1420"/>
            </a:lvl5pPr>
            <a:lvl6pPr>
              <a:defRPr sz="1420"/>
            </a:lvl6pPr>
            <a:lvl7pPr>
              <a:defRPr sz="1420"/>
            </a:lvl7pPr>
            <a:lvl8pPr>
              <a:defRPr sz="1420"/>
            </a:lvl8pPr>
            <a:lvl9pPr>
              <a:defRPr sz="14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421" y="114300"/>
            <a:ext cx="1684925" cy="488950"/>
          </a:xfrm>
        </p:spPr>
        <p:txBody>
          <a:bodyPr anchor="b"/>
          <a:lstStyle>
            <a:lvl1pPr algn="l">
              <a:defRPr sz="178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01025" y="114300"/>
            <a:ext cx="2863244" cy="2457450"/>
          </a:xfrm>
        </p:spPr>
        <p:txBody>
          <a:bodyPr/>
          <a:lstStyle>
            <a:lvl1pPr>
              <a:defRPr sz="2845"/>
            </a:lvl1pPr>
            <a:lvl2pPr>
              <a:defRPr sz="2490"/>
            </a:lvl2pPr>
            <a:lvl3pPr>
              <a:defRPr sz="2135"/>
            </a:lvl3pPr>
            <a:lvl4pPr>
              <a:defRPr sz="1780"/>
            </a:lvl4pPr>
            <a:lvl5pPr>
              <a:defRPr sz="1780"/>
            </a:lvl5pPr>
            <a:lvl6pPr>
              <a:defRPr sz="1780"/>
            </a:lvl6pPr>
            <a:lvl7pPr>
              <a:defRPr sz="1780"/>
            </a:lvl7pPr>
            <a:lvl8pPr>
              <a:defRPr sz="1780"/>
            </a:lvl8pPr>
            <a:lvl9pPr>
              <a:defRPr sz="178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5421" y="603250"/>
            <a:ext cx="1684925" cy="1968500"/>
          </a:xfrm>
        </p:spPr>
        <p:txBody>
          <a:bodyPr/>
          <a:lstStyle>
            <a:lvl1pPr marL="0" indent="0">
              <a:buNone/>
              <a:defRPr sz="1245"/>
            </a:lvl1pPr>
            <a:lvl2pPr marL="406400" indent="0">
              <a:buNone/>
              <a:defRPr sz="1065"/>
            </a:lvl2pPr>
            <a:lvl3pPr marL="812800" indent="0">
              <a:buNone/>
              <a:defRPr sz="890"/>
            </a:lvl3pPr>
            <a:lvl4pPr marL="1219200" indent="0">
              <a:buNone/>
              <a:defRPr sz="800"/>
            </a:lvl4pPr>
            <a:lvl5pPr marL="1625600" indent="0">
              <a:buNone/>
              <a:defRPr sz="800"/>
            </a:lvl5pPr>
            <a:lvl6pPr marL="2032000" indent="0">
              <a:buNone/>
              <a:defRPr sz="800"/>
            </a:lvl6pPr>
            <a:lvl7pPr marL="2438400" indent="0">
              <a:buNone/>
              <a:defRPr sz="800"/>
            </a:lvl7pPr>
            <a:lvl8pPr marL="2844800" indent="0">
              <a:buNone/>
              <a:defRPr sz="800"/>
            </a:lvl8pPr>
            <a:lvl9pPr marL="3251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3335" y="2016126"/>
            <a:ext cx="3072095" cy="238125"/>
          </a:xfrm>
        </p:spPr>
        <p:txBody>
          <a:bodyPr anchor="b"/>
          <a:lstStyle>
            <a:lvl1pPr algn="l">
              <a:defRPr sz="178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003335" y="257175"/>
            <a:ext cx="3072095" cy="17272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845"/>
            </a:lvl1pPr>
            <a:lvl2pPr marL="406400" indent="0">
              <a:buNone/>
              <a:defRPr sz="2490"/>
            </a:lvl2pPr>
            <a:lvl3pPr marL="812800" indent="0">
              <a:buNone/>
              <a:defRPr sz="2135"/>
            </a:lvl3pPr>
            <a:lvl4pPr marL="1219200" indent="0">
              <a:buNone/>
              <a:defRPr sz="1780"/>
            </a:lvl4pPr>
            <a:lvl5pPr marL="1625600" indent="0">
              <a:buNone/>
              <a:defRPr sz="1780"/>
            </a:lvl5pPr>
            <a:lvl6pPr marL="2032000" indent="0">
              <a:buNone/>
              <a:defRPr sz="1780"/>
            </a:lvl6pPr>
            <a:lvl7pPr marL="2438400" indent="0">
              <a:buNone/>
              <a:defRPr sz="1780"/>
            </a:lvl7pPr>
            <a:lvl8pPr marL="2844800" indent="0">
              <a:buNone/>
              <a:defRPr sz="1780"/>
            </a:lvl8pPr>
            <a:lvl9pPr marL="3251200" indent="0">
              <a:buNone/>
              <a:defRPr sz="178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45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03335" y="2254250"/>
            <a:ext cx="3072095" cy="338138"/>
          </a:xfrm>
        </p:spPr>
        <p:txBody>
          <a:bodyPr/>
          <a:lstStyle>
            <a:lvl1pPr marL="0" indent="0">
              <a:buNone/>
              <a:defRPr sz="1245"/>
            </a:lvl1pPr>
            <a:lvl2pPr marL="406400" indent="0">
              <a:buNone/>
              <a:defRPr sz="1065"/>
            </a:lvl2pPr>
            <a:lvl3pPr marL="812800" indent="0">
              <a:buNone/>
              <a:defRPr sz="890"/>
            </a:lvl3pPr>
            <a:lvl4pPr marL="1219200" indent="0">
              <a:buNone/>
              <a:defRPr sz="800"/>
            </a:lvl4pPr>
            <a:lvl5pPr marL="1625600" indent="0">
              <a:buNone/>
              <a:defRPr sz="800"/>
            </a:lvl5pPr>
            <a:lvl6pPr marL="2032000" indent="0">
              <a:buNone/>
              <a:defRPr sz="800"/>
            </a:lvl6pPr>
            <a:lvl7pPr marL="2438400" indent="0">
              <a:buNone/>
              <a:defRPr sz="800"/>
            </a:lvl7pPr>
            <a:lvl8pPr marL="2844800" indent="0">
              <a:buNone/>
              <a:defRPr sz="800"/>
            </a:lvl8pPr>
            <a:lvl9pPr marL="3251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93004" y="274639"/>
            <a:ext cx="1828863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14" y="274639"/>
            <a:ext cx="5351118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06400" y="274638"/>
            <a:ext cx="7315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06400" y="1600200"/>
            <a:ext cx="73152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6400" y="6356350"/>
            <a:ext cx="18970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065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E285B-967A-D344-B64E-A2E9299B4491}" type="datetime1">
              <a:rPr kumimoji="0" lang="en-US" altLang="zh-CN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6538" y="6356350"/>
            <a:ext cx="25749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65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65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4538" y="6356350"/>
            <a:ext cx="18970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065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57BC8E-087B-284F-A8BD-307C18562B03}" type="slidenum">
              <a:rPr kumimoji="0" lang="zh-CN" altLang="en-US" sz="1065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marL="812800" indent="-812800" algn="ctr" rtl="0" eaLnBrk="0" fontAlgn="base" hangingPunct="0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812800" indent="-812800" algn="ctr" rtl="0" eaLnBrk="0" fontAlgn="base" hangingPunct="0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812800" indent="-812800" algn="ctr" rtl="0" eaLnBrk="0" fontAlgn="base" hangingPunct="0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812800" indent="-812800" algn="ctr" rtl="0" eaLnBrk="0" fontAlgn="base" hangingPunct="0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812800" indent="-812800" algn="ctr" rtl="0" eaLnBrk="0" fontAlgn="base" hangingPunct="0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219200" indent="-812800" algn="ctr" rtl="0" fontAlgn="base">
        <a:spcBef>
          <a:spcPct val="0"/>
        </a:spcBef>
        <a:spcAft>
          <a:spcPct val="0"/>
        </a:spcAft>
        <a:defRPr sz="391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625600" indent="-812800" algn="ctr" rtl="0" fontAlgn="base">
        <a:spcBef>
          <a:spcPct val="0"/>
        </a:spcBef>
        <a:spcAft>
          <a:spcPct val="0"/>
        </a:spcAft>
        <a:defRPr sz="391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032000" indent="-812800" algn="ctr" rtl="0" fontAlgn="base">
        <a:spcBef>
          <a:spcPct val="0"/>
        </a:spcBef>
        <a:spcAft>
          <a:spcPct val="0"/>
        </a:spcAft>
        <a:defRPr sz="391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438400" indent="-812800" algn="ctr" rtl="0" fontAlgn="base">
        <a:spcBef>
          <a:spcPct val="0"/>
        </a:spcBef>
        <a:spcAft>
          <a:spcPct val="0"/>
        </a:spcAft>
        <a:defRPr sz="391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048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60400" indent="-254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016000" indent="-203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422400" indent="-203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7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1828800" indent="-203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7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235200" indent="-2032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78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641600" indent="-2032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78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3048000" indent="-2032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78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3454400" indent="-2032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78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2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6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0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4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8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12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"/>
          <p:cNvSpPr/>
          <p:nvPr/>
        </p:nvSpPr>
        <p:spPr>
          <a:xfrm>
            <a:off x="964069" y="987744"/>
            <a:ext cx="3048000" cy="37592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>
            <a:spAutoFit/>
          </a:bodyPr>
          <a:lstStyle>
            <a:lvl1pPr marL="3048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60400" indent="-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0160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4224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18288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</a:lstStyle>
          <a:p>
            <a:pPr marL="0" lvl="0" indent="0" algn="l" eaLnBrk="1" hangingPunct="1">
              <a:lnSpc>
                <a:spcPts val="2575"/>
              </a:lnSpc>
              <a:spcBef>
                <a:spcPct val="0"/>
              </a:spcBef>
              <a:buNone/>
            </a:pPr>
            <a:r>
              <a:rPr lang="zh-CN" sz="2400" b="1" dirty="0" smtClean="0">
                <a:solidFill>
                  <a:srgbClr val="0051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首问、首看责任制</a:t>
            </a:r>
            <a:r>
              <a:rPr lang="zh-CN" sz="2400" b="1" dirty="0">
                <a:solidFill>
                  <a:srgbClr val="0051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培训</a:t>
            </a:r>
            <a:endParaRPr lang="zh-CN" sz="2400" b="1" dirty="0">
              <a:solidFill>
                <a:srgbClr val="00516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340" name="Group 7"/>
          <p:cNvGrpSpPr/>
          <p:nvPr/>
        </p:nvGrpSpPr>
        <p:grpSpPr>
          <a:xfrm>
            <a:off x="265113" y="2660650"/>
            <a:ext cx="2816225" cy="58738"/>
            <a:chOff x="0" y="0"/>
            <a:chExt cx="4989" cy="104"/>
          </a:xfrm>
        </p:grpSpPr>
        <p:sp>
          <p:nvSpPr>
            <p:cNvPr id="14343" name="Freeform 3"/>
            <p:cNvSpPr/>
            <p:nvPr/>
          </p:nvSpPr>
          <p:spPr>
            <a:xfrm>
              <a:off x="0" y="0"/>
              <a:ext cx="1248" cy="105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4" name="Freeform 3"/>
            <p:cNvSpPr/>
            <p:nvPr/>
          </p:nvSpPr>
          <p:spPr>
            <a:xfrm>
              <a:off x="1250" y="0"/>
              <a:ext cx="1245" cy="105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5" name="Freeform 3"/>
            <p:cNvSpPr/>
            <p:nvPr/>
          </p:nvSpPr>
          <p:spPr>
            <a:xfrm>
              <a:off x="2495" y="0"/>
              <a:ext cx="1248" cy="105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Freeform 3"/>
            <p:cNvSpPr/>
            <p:nvPr/>
          </p:nvSpPr>
          <p:spPr>
            <a:xfrm>
              <a:off x="3743" y="0"/>
              <a:ext cx="1247" cy="105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4342" name="图片 3082" descr="LOGO-透明底版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363" y="427038"/>
            <a:ext cx="736600" cy="174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9" name="Group 2"/>
          <p:cNvGrpSpPr/>
          <p:nvPr/>
        </p:nvGrpSpPr>
        <p:grpSpPr>
          <a:xfrm>
            <a:off x="265113" y="2660650"/>
            <a:ext cx="2816225" cy="58738"/>
            <a:chOff x="0" y="0"/>
            <a:chExt cx="4989" cy="104"/>
          </a:xfrm>
        </p:grpSpPr>
        <p:sp>
          <p:nvSpPr>
            <p:cNvPr id="17414" name="Freeform 3"/>
            <p:cNvSpPr/>
            <p:nvPr/>
          </p:nvSpPr>
          <p:spPr>
            <a:xfrm>
              <a:off x="0" y="0"/>
              <a:ext cx="1248" cy="105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5" name="Freeform 3"/>
            <p:cNvSpPr/>
            <p:nvPr/>
          </p:nvSpPr>
          <p:spPr>
            <a:xfrm>
              <a:off x="1250" y="0"/>
              <a:ext cx="1245" cy="105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Freeform 3"/>
            <p:cNvSpPr/>
            <p:nvPr/>
          </p:nvSpPr>
          <p:spPr>
            <a:xfrm>
              <a:off x="2495" y="0"/>
              <a:ext cx="1248" cy="105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7" name="Freeform 3"/>
            <p:cNvSpPr/>
            <p:nvPr/>
          </p:nvSpPr>
          <p:spPr>
            <a:xfrm>
              <a:off x="3743" y="0"/>
              <a:ext cx="1247" cy="105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0" name="Freeform 3"/>
          <p:cNvSpPr/>
          <p:nvPr/>
        </p:nvSpPr>
        <p:spPr>
          <a:xfrm>
            <a:off x="4910138" y="2509838"/>
            <a:ext cx="209550" cy="209550"/>
          </a:xfrm>
          <a:custGeom>
            <a:avLst/>
            <a:gdLst>
              <a:gd name="txL" fmla="*/ 0 w 237274"/>
              <a:gd name="txT" fmla="*/ 0 h 237274"/>
              <a:gd name="txR" fmla="*/ 237274 w 237274"/>
              <a:gd name="txB" fmla="*/ 237274 h 237274"/>
            </a:gdLst>
            <a:ahLst/>
            <a:cxnLst>
              <a:cxn ang="0">
                <a:pos x="0" y="162473"/>
              </a:cxn>
              <a:cxn ang="0">
                <a:pos x="162473" y="162473"/>
              </a:cxn>
              <a:cxn ang="0">
                <a:pos x="162473" y="0"/>
              </a:cxn>
              <a:cxn ang="0">
                <a:pos x="0" y="0"/>
              </a:cxn>
              <a:cxn ang="0">
                <a:pos x="0" y="162473"/>
              </a:cxn>
            </a:cxnLst>
            <a:rect l="txL" t="txT" r="txR" b="txB"/>
            <a:pathLst>
              <a:path w="237274" h="237274">
                <a:moveTo>
                  <a:pt x="0" y="237274"/>
                </a:moveTo>
                <a:lnTo>
                  <a:pt x="237274" y="237274"/>
                </a:lnTo>
                <a:lnTo>
                  <a:pt x="237274" y="0"/>
                </a:lnTo>
                <a:lnTo>
                  <a:pt x="0" y="0"/>
                </a:lnTo>
                <a:lnTo>
                  <a:pt x="0" y="237274"/>
                </a:lnTo>
              </a:path>
            </a:pathLst>
          </a:custGeom>
          <a:solidFill>
            <a:srgbClr val="4F4C4C">
              <a:alpha val="10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8" name="TextBox 1"/>
          <p:cNvSpPr>
            <a:spLocks noChangeArrowheads="1"/>
          </p:cNvSpPr>
          <p:nvPr/>
        </p:nvSpPr>
        <p:spPr bwMode="auto">
          <a:xfrm>
            <a:off x="4962525" y="2559050"/>
            <a:ext cx="106363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89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1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01</a:t>
            </a: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pic>
        <p:nvPicPr>
          <p:cNvPr id="17412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文本框 25"/>
          <p:cNvSpPr txBox="1"/>
          <p:nvPr/>
        </p:nvSpPr>
        <p:spPr>
          <a:xfrm>
            <a:off x="265113" y="2413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2000" b="1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1513631" y="1656367"/>
            <a:ext cx="1867880" cy="362173"/>
          </a:xfrm>
          <a:prstGeom prst="rect">
            <a:avLst/>
          </a:prstGeom>
          <a:solidFill>
            <a:srgbClr val="FFBE16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02333" rtlCol="0" anchor="ctr">
            <a:normAutofit/>
          </a:bodyPr>
          <a:lstStyle/>
          <a:p>
            <a:pPr algn="ctr"/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常见问题解答</a:t>
            </a:r>
            <a:endParaRPr lang="en-US" altLang="zh-CN" sz="10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3" name="Group 4"/>
          <p:cNvGrpSpPr>
            <a:grpSpLocks noChangeAspect="1"/>
          </p:cNvGrpSpPr>
          <p:nvPr>
            <p:custDataLst>
              <p:tags r:id="rId3"/>
            </p:custDataLst>
          </p:nvPr>
        </p:nvGrpSpPr>
        <p:grpSpPr bwMode="auto">
          <a:xfrm>
            <a:off x="625849" y="1649681"/>
            <a:ext cx="1354958" cy="453026"/>
            <a:chOff x="2721" y="1256"/>
            <a:chExt cx="1645" cy="550"/>
          </a:xfrm>
        </p:grpSpPr>
        <p:sp>
          <p:nvSpPr>
            <p:cNvPr id="14" name="Freeform 5"/>
            <p:cNvSpPr/>
            <p:nvPr>
              <p:custDataLst>
                <p:tags r:id="rId4"/>
              </p:custDataLst>
            </p:nvPr>
          </p:nvSpPr>
          <p:spPr bwMode="auto">
            <a:xfrm>
              <a:off x="2721" y="1391"/>
              <a:ext cx="1645" cy="415"/>
            </a:xfrm>
            <a:custGeom>
              <a:avLst/>
              <a:gdLst>
                <a:gd name="T0" fmla="*/ 0 w 23280"/>
                <a:gd name="T1" fmla="*/ 0 h 6900"/>
                <a:gd name="T2" fmla="*/ 11640 w 23280"/>
                <a:gd name="T3" fmla="*/ 2300 h 6900"/>
                <a:gd name="T4" fmla="*/ 23280 w 23280"/>
                <a:gd name="T5" fmla="*/ 0 h 6900"/>
                <a:gd name="T6" fmla="*/ 23280 w 23280"/>
                <a:gd name="T7" fmla="*/ 4600 h 6900"/>
                <a:gd name="T8" fmla="*/ 11640 w 23280"/>
                <a:gd name="T9" fmla="*/ 6900 h 6900"/>
                <a:gd name="T10" fmla="*/ 0 w 23280"/>
                <a:gd name="T11" fmla="*/ 4600 h 6900"/>
                <a:gd name="T12" fmla="*/ 0 w 23280"/>
                <a:gd name="T13" fmla="*/ 0 h 6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80" h="6900">
                  <a:moveTo>
                    <a:pt x="0" y="0"/>
                  </a:moveTo>
                  <a:cubicBezTo>
                    <a:pt x="0" y="1271"/>
                    <a:pt x="5212" y="2300"/>
                    <a:pt x="11640" y="2300"/>
                  </a:cubicBezTo>
                  <a:cubicBezTo>
                    <a:pt x="18069" y="2300"/>
                    <a:pt x="23280" y="1271"/>
                    <a:pt x="23280" y="0"/>
                  </a:cubicBezTo>
                  <a:lnTo>
                    <a:pt x="23280" y="4600"/>
                  </a:lnTo>
                  <a:cubicBezTo>
                    <a:pt x="23280" y="5871"/>
                    <a:pt x="18069" y="6900"/>
                    <a:pt x="11640" y="6900"/>
                  </a:cubicBezTo>
                  <a:cubicBezTo>
                    <a:pt x="5212" y="6900"/>
                    <a:pt x="0" y="5871"/>
                    <a:pt x="0" y="46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16"/>
            </a:solidFill>
            <a:ln w="0">
              <a:noFill/>
              <a:prstDash val="solid"/>
              <a:round/>
            </a:ln>
          </p:spPr>
          <p:txBody>
            <a:bodyPr vert="horz" wrap="square" lIns="38396" tIns="19198" rIns="38396" bIns="19198" numCol="1" anchor="t" anchorCtr="0" compatLnSpc="1">
              <a:normAutofit/>
            </a:bodyPr>
            <a:lstStyle/>
            <a:p>
              <a:endParaRPr lang="zh-CN" altLang="en-US" sz="755">
                <a:sym typeface="Arial" panose="020B0604020202020204" pitchFamily="34" charset="0"/>
              </a:endParaRPr>
            </a:p>
          </p:txBody>
        </p:sp>
        <p:sp>
          <p:nvSpPr>
            <p:cNvPr id="15" name="Oval 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721" y="1256"/>
              <a:ext cx="1645" cy="277"/>
            </a:xfrm>
            <a:prstGeom prst="ellipse">
              <a:avLst/>
            </a:prstGeom>
            <a:solidFill>
              <a:srgbClr val="FFBE16">
                <a:lumMod val="5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38396" tIns="19198" rIns="38396" bIns="19198" numCol="1" anchor="t" anchorCtr="0" compatLnSpc="1">
              <a:normAutofit/>
            </a:bodyPr>
            <a:lstStyle/>
            <a:p>
              <a:endParaRPr lang="zh-CN" altLang="en-US" sz="755">
                <a:sym typeface="Arial" panose="020B0604020202020204" pitchFamily="34" charset="0"/>
              </a:endParaRPr>
            </a:p>
          </p:txBody>
        </p:sp>
      </p:grpSp>
      <p:sp>
        <p:nvSpPr>
          <p:cNvPr id="30" name="矩形 29"/>
          <p:cNvSpPr/>
          <p:nvPr>
            <p:custDataLst>
              <p:tags r:id="rId6"/>
            </p:custDataLst>
          </p:nvPr>
        </p:nvSpPr>
        <p:spPr>
          <a:xfrm>
            <a:off x="1513631" y="1294328"/>
            <a:ext cx="1961273" cy="362173"/>
          </a:xfrm>
          <a:prstGeom prst="rect">
            <a:avLst/>
          </a:prstGeom>
          <a:solidFill>
            <a:srgbClr val="CAD40A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02333" rtlCol="0" anchor="ctr">
            <a:normAutofit/>
          </a:bodyPr>
          <a:lstStyle/>
          <a:p>
            <a:pPr algn="ctr"/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机场服务信息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6" name="Group 4"/>
          <p:cNvGrpSpPr>
            <a:grpSpLocks noChangeAspect="1"/>
          </p:cNvGrpSpPr>
          <p:nvPr>
            <p:custDataLst>
              <p:tags r:id="rId7"/>
            </p:custDataLst>
          </p:nvPr>
        </p:nvGrpSpPr>
        <p:grpSpPr bwMode="auto">
          <a:xfrm>
            <a:off x="625849" y="1287508"/>
            <a:ext cx="1354958" cy="453026"/>
            <a:chOff x="2721" y="1256"/>
            <a:chExt cx="1645" cy="550"/>
          </a:xfrm>
        </p:grpSpPr>
        <p:sp>
          <p:nvSpPr>
            <p:cNvPr id="17" name="Freeform 5"/>
            <p:cNvSpPr/>
            <p:nvPr>
              <p:custDataLst>
                <p:tags r:id="rId8"/>
              </p:custDataLst>
            </p:nvPr>
          </p:nvSpPr>
          <p:spPr bwMode="auto">
            <a:xfrm>
              <a:off x="2721" y="1391"/>
              <a:ext cx="1645" cy="415"/>
            </a:xfrm>
            <a:custGeom>
              <a:avLst/>
              <a:gdLst>
                <a:gd name="T0" fmla="*/ 0 w 23280"/>
                <a:gd name="T1" fmla="*/ 0 h 6900"/>
                <a:gd name="T2" fmla="*/ 11640 w 23280"/>
                <a:gd name="T3" fmla="*/ 2300 h 6900"/>
                <a:gd name="T4" fmla="*/ 23280 w 23280"/>
                <a:gd name="T5" fmla="*/ 0 h 6900"/>
                <a:gd name="T6" fmla="*/ 23280 w 23280"/>
                <a:gd name="T7" fmla="*/ 4600 h 6900"/>
                <a:gd name="T8" fmla="*/ 11640 w 23280"/>
                <a:gd name="T9" fmla="*/ 6900 h 6900"/>
                <a:gd name="T10" fmla="*/ 0 w 23280"/>
                <a:gd name="T11" fmla="*/ 4600 h 6900"/>
                <a:gd name="T12" fmla="*/ 0 w 23280"/>
                <a:gd name="T13" fmla="*/ 0 h 6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80" h="6900">
                  <a:moveTo>
                    <a:pt x="0" y="0"/>
                  </a:moveTo>
                  <a:cubicBezTo>
                    <a:pt x="0" y="1271"/>
                    <a:pt x="5212" y="2300"/>
                    <a:pt x="11640" y="2300"/>
                  </a:cubicBezTo>
                  <a:cubicBezTo>
                    <a:pt x="18069" y="2300"/>
                    <a:pt x="23280" y="1271"/>
                    <a:pt x="23280" y="0"/>
                  </a:cubicBezTo>
                  <a:lnTo>
                    <a:pt x="23280" y="4600"/>
                  </a:lnTo>
                  <a:cubicBezTo>
                    <a:pt x="23280" y="5871"/>
                    <a:pt x="18069" y="6900"/>
                    <a:pt x="11640" y="6900"/>
                  </a:cubicBezTo>
                  <a:cubicBezTo>
                    <a:pt x="5212" y="6900"/>
                    <a:pt x="0" y="5871"/>
                    <a:pt x="0" y="46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AD40A"/>
            </a:solidFill>
            <a:ln w="0">
              <a:noFill/>
              <a:prstDash val="solid"/>
              <a:round/>
            </a:ln>
          </p:spPr>
          <p:txBody>
            <a:bodyPr vert="horz" wrap="square" lIns="38396" tIns="19198" rIns="38396" bIns="19198" numCol="1" anchor="t" anchorCtr="0" compatLnSpc="1">
              <a:normAutofit/>
            </a:bodyPr>
            <a:lstStyle/>
            <a:p>
              <a:endParaRPr lang="zh-CN" altLang="en-US" sz="755">
                <a:sym typeface="Arial" panose="020B0604020202020204" pitchFamily="34" charset="0"/>
              </a:endParaRPr>
            </a:p>
          </p:txBody>
        </p:sp>
        <p:sp>
          <p:nvSpPr>
            <p:cNvPr id="18" name="Oval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721" y="1256"/>
              <a:ext cx="1645" cy="277"/>
            </a:xfrm>
            <a:prstGeom prst="ellipse">
              <a:avLst/>
            </a:prstGeom>
            <a:solidFill>
              <a:srgbClr val="CAD40A">
                <a:lumMod val="5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38396" tIns="19198" rIns="38396" bIns="19198" numCol="1" anchor="t" anchorCtr="0" compatLnSpc="1">
              <a:normAutofit/>
            </a:bodyPr>
            <a:lstStyle/>
            <a:p>
              <a:endParaRPr lang="zh-CN" altLang="en-US" sz="755">
                <a:sym typeface="Arial" panose="020B0604020202020204" pitchFamily="34" charset="0"/>
              </a:endParaRPr>
            </a:p>
          </p:txBody>
        </p:sp>
      </p:grp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1513630" y="934006"/>
            <a:ext cx="2054667" cy="362173"/>
          </a:xfrm>
          <a:prstGeom prst="rect">
            <a:avLst/>
          </a:prstGeom>
          <a:solidFill>
            <a:srgbClr val="40D096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02333" rtlCol="0" anchor="ctr">
            <a:normAutofit/>
          </a:bodyPr>
          <a:lstStyle/>
          <a:p>
            <a:pPr algn="ctr"/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首问责任制内容及要求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9" name="Group 4"/>
          <p:cNvGrpSpPr>
            <a:grpSpLocks noChangeAspect="1"/>
          </p:cNvGrpSpPr>
          <p:nvPr>
            <p:custDataLst>
              <p:tags r:id="rId11"/>
            </p:custDataLst>
          </p:nvPr>
        </p:nvGrpSpPr>
        <p:grpSpPr bwMode="auto">
          <a:xfrm>
            <a:off x="625849" y="905649"/>
            <a:ext cx="1354958" cy="453026"/>
            <a:chOff x="2721" y="1256"/>
            <a:chExt cx="1645" cy="550"/>
          </a:xfrm>
        </p:grpSpPr>
        <p:sp>
          <p:nvSpPr>
            <p:cNvPr id="20" name="Freeform 5"/>
            <p:cNvSpPr/>
            <p:nvPr>
              <p:custDataLst>
                <p:tags r:id="rId12"/>
              </p:custDataLst>
            </p:nvPr>
          </p:nvSpPr>
          <p:spPr bwMode="auto">
            <a:xfrm>
              <a:off x="2721" y="1391"/>
              <a:ext cx="1645" cy="415"/>
            </a:xfrm>
            <a:custGeom>
              <a:avLst/>
              <a:gdLst>
                <a:gd name="T0" fmla="*/ 0 w 23280"/>
                <a:gd name="T1" fmla="*/ 0 h 6900"/>
                <a:gd name="T2" fmla="*/ 11640 w 23280"/>
                <a:gd name="T3" fmla="*/ 2300 h 6900"/>
                <a:gd name="T4" fmla="*/ 23280 w 23280"/>
                <a:gd name="T5" fmla="*/ 0 h 6900"/>
                <a:gd name="T6" fmla="*/ 23280 w 23280"/>
                <a:gd name="T7" fmla="*/ 4600 h 6900"/>
                <a:gd name="T8" fmla="*/ 11640 w 23280"/>
                <a:gd name="T9" fmla="*/ 6900 h 6900"/>
                <a:gd name="T10" fmla="*/ 0 w 23280"/>
                <a:gd name="T11" fmla="*/ 4600 h 6900"/>
                <a:gd name="T12" fmla="*/ 0 w 23280"/>
                <a:gd name="T13" fmla="*/ 0 h 6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80" h="6900">
                  <a:moveTo>
                    <a:pt x="0" y="0"/>
                  </a:moveTo>
                  <a:cubicBezTo>
                    <a:pt x="0" y="1271"/>
                    <a:pt x="5212" y="2300"/>
                    <a:pt x="11640" y="2300"/>
                  </a:cubicBezTo>
                  <a:cubicBezTo>
                    <a:pt x="18069" y="2300"/>
                    <a:pt x="23280" y="1271"/>
                    <a:pt x="23280" y="0"/>
                  </a:cubicBezTo>
                  <a:lnTo>
                    <a:pt x="23280" y="4600"/>
                  </a:lnTo>
                  <a:cubicBezTo>
                    <a:pt x="23280" y="5871"/>
                    <a:pt x="18069" y="6900"/>
                    <a:pt x="11640" y="6900"/>
                  </a:cubicBezTo>
                  <a:cubicBezTo>
                    <a:pt x="5212" y="6900"/>
                    <a:pt x="0" y="5871"/>
                    <a:pt x="0" y="46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D096"/>
            </a:solidFill>
            <a:ln w="0">
              <a:noFill/>
              <a:prstDash val="solid"/>
              <a:round/>
            </a:ln>
          </p:spPr>
          <p:txBody>
            <a:bodyPr vert="horz" wrap="square" lIns="38396" tIns="19198" rIns="38396" bIns="19198" numCol="1" anchor="t" anchorCtr="0" compatLnSpc="1">
              <a:normAutofit/>
            </a:bodyPr>
            <a:lstStyle/>
            <a:p>
              <a:endParaRPr lang="zh-CN" altLang="en-US" sz="755">
                <a:sym typeface="Arial" panose="020B0604020202020204" pitchFamily="34" charset="0"/>
              </a:endParaRPr>
            </a:p>
          </p:txBody>
        </p:sp>
        <p:sp>
          <p:nvSpPr>
            <p:cNvPr id="21" name="Oval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721" y="1256"/>
              <a:ext cx="1645" cy="277"/>
            </a:xfrm>
            <a:prstGeom prst="ellipse">
              <a:avLst/>
            </a:prstGeom>
            <a:solidFill>
              <a:srgbClr val="40D096">
                <a:lumMod val="5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38396" tIns="19198" rIns="38396" bIns="19198" numCol="1" anchor="t" anchorCtr="0" compatLnSpc="1">
              <a:normAutofit/>
            </a:bodyPr>
            <a:lstStyle/>
            <a:p>
              <a:endParaRPr lang="zh-CN" altLang="en-US" sz="755">
                <a:sym typeface="Arial" panose="020B0604020202020204" pitchFamily="34" charset="0"/>
              </a:endParaRPr>
            </a:p>
          </p:txBody>
        </p:sp>
      </p:grpSp>
      <p:sp>
        <p:nvSpPr>
          <p:cNvPr id="56" name="文本框 55"/>
          <p:cNvSpPr txBox="1"/>
          <p:nvPr>
            <p:custDataLst>
              <p:tags r:id="rId14"/>
            </p:custDataLst>
          </p:nvPr>
        </p:nvSpPr>
        <p:spPr>
          <a:xfrm>
            <a:off x="995510" y="1167789"/>
            <a:ext cx="615637" cy="191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6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一、</a:t>
            </a:r>
            <a:endParaRPr lang="zh-CN" altLang="en-US" sz="6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15"/>
            </p:custDataLst>
          </p:nvPr>
        </p:nvSpPr>
        <p:spPr>
          <a:xfrm>
            <a:off x="995510" y="1523758"/>
            <a:ext cx="615637" cy="191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6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二、</a:t>
            </a:r>
            <a:endParaRPr lang="zh-CN" altLang="en-US" sz="6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16"/>
            </p:custDataLst>
          </p:nvPr>
        </p:nvSpPr>
        <p:spPr>
          <a:xfrm>
            <a:off x="995510" y="1910764"/>
            <a:ext cx="615637" cy="191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6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三、</a:t>
            </a:r>
            <a:endParaRPr lang="zh-CN" altLang="en-US" sz="6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KSO_Shape"/>
          <p:cNvSpPr/>
          <p:nvPr>
            <p:custDataLst>
              <p:tags r:id="rId17"/>
            </p:custDataLst>
          </p:nvPr>
        </p:nvSpPr>
        <p:spPr>
          <a:xfrm>
            <a:off x="4095154" y="1031598"/>
            <a:ext cx="154186" cy="166988"/>
          </a:xfrm>
          <a:custGeom>
            <a:avLst/>
            <a:gdLst>
              <a:gd name="connsiteX0" fmla="*/ 1441667 w 5342334"/>
              <a:gd name="connsiteY0" fmla="*/ 2934412 h 5785910"/>
              <a:gd name="connsiteX1" fmla="*/ 1441770 w 5342334"/>
              <a:gd name="connsiteY1" fmla="*/ 2943473 h 5785910"/>
              <a:gd name="connsiteX2" fmla="*/ 1438934 w 5342334"/>
              <a:gd name="connsiteY2" fmla="*/ 2944008 h 5785910"/>
              <a:gd name="connsiteX3" fmla="*/ 1437887 w 5342334"/>
              <a:gd name="connsiteY3" fmla="*/ 2937382 h 5785910"/>
              <a:gd name="connsiteX4" fmla="*/ 1354605 w 5342334"/>
              <a:gd name="connsiteY4" fmla="*/ 2912708 h 5785910"/>
              <a:gd name="connsiteX5" fmla="*/ 1428080 w 5342334"/>
              <a:gd name="connsiteY5" fmla="*/ 2945087 h 5785910"/>
              <a:gd name="connsiteX6" fmla="*/ 1431904 w 5342334"/>
              <a:gd name="connsiteY6" fmla="*/ 2942083 h 5785910"/>
              <a:gd name="connsiteX7" fmla="*/ 1431050 w 5342334"/>
              <a:gd name="connsiteY7" fmla="*/ 3320849 h 5785910"/>
              <a:gd name="connsiteX8" fmla="*/ 2146318 w 5342334"/>
              <a:gd name="connsiteY8" fmla="*/ 5548257 h 5785910"/>
              <a:gd name="connsiteX9" fmla="*/ 2115204 w 5342334"/>
              <a:gd name="connsiteY9" fmla="*/ 5553206 h 5785910"/>
              <a:gd name="connsiteX10" fmla="*/ 1246460 w 5342334"/>
              <a:gd name="connsiteY10" fmla="*/ 5785910 h 5785910"/>
              <a:gd name="connsiteX11" fmla="*/ 0 w 5342334"/>
              <a:gd name="connsiteY11" fmla="*/ 3148605 h 5785910"/>
              <a:gd name="connsiteX12" fmla="*/ 1262428 w 5342334"/>
              <a:gd name="connsiteY12" fmla="*/ 2938106 h 5785910"/>
              <a:gd name="connsiteX13" fmla="*/ 3380735 w 5342334"/>
              <a:gd name="connsiteY13" fmla="*/ 118 h 5785910"/>
              <a:gd name="connsiteX14" fmla="*/ 3863622 w 5342334"/>
              <a:gd name="connsiteY14" fmla="*/ 912639 h 5785910"/>
              <a:gd name="connsiteX15" fmla="*/ 3674765 w 5342334"/>
              <a:gd name="connsiteY15" fmla="*/ 2045786 h 5785910"/>
              <a:gd name="connsiteX16" fmla="*/ 4585837 w 5342334"/>
              <a:gd name="connsiteY16" fmla="*/ 2046833 h 5785910"/>
              <a:gd name="connsiteX17" fmla="*/ 4775401 w 5342334"/>
              <a:gd name="connsiteY17" fmla="*/ 2003486 h 5785910"/>
              <a:gd name="connsiteX18" fmla="*/ 5203724 w 5342334"/>
              <a:gd name="connsiteY18" fmla="*/ 2381935 h 5785910"/>
              <a:gd name="connsiteX19" fmla="*/ 4980124 w 5342334"/>
              <a:gd name="connsiteY19" fmla="*/ 2705696 h 5785910"/>
              <a:gd name="connsiteX20" fmla="*/ 5342334 w 5342334"/>
              <a:gd name="connsiteY20" fmla="*/ 3258997 h 5785910"/>
              <a:gd name="connsiteX21" fmla="*/ 5107100 w 5342334"/>
              <a:gd name="connsiteY21" fmla="*/ 3754493 h 5785910"/>
              <a:gd name="connsiteX22" fmla="*/ 5342334 w 5342334"/>
              <a:gd name="connsiteY22" fmla="*/ 4140580 h 5785910"/>
              <a:gd name="connsiteX23" fmla="*/ 4844706 w 5342334"/>
              <a:gd name="connsiteY23" fmla="*/ 4606676 h 5785910"/>
              <a:gd name="connsiteX24" fmla="*/ 4790537 w 5342334"/>
              <a:gd name="connsiteY24" fmla="*/ 4596433 h 5785910"/>
              <a:gd name="connsiteX25" fmla="*/ 4802287 w 5342334"/>
              <a:gd name="connsiteY25" fmla="*/ 4606672 h 5785910"/>
              <a:gd name="connsiteX26" fmla="*/ 5191248 w 5342334"/>
              <a:gd name="connsiteY26" fmla="*/ 4997228 h 5785910"/>
              <a:gd name="connsiteX27" fmla="*/ 4866278 w 5342334"/>
              <a:gd name="connsiteY27" fmla="*/ 5435572 h 5785910"/>
              <a:gd name="connsiteX28" fmla="*/ 4581456 w 5342334"/>
              <a:gd name="connsiteY28" fmla="*/ 5443059 h 5785910"/>
              <a:gd name="connsiteX29" fmla="*/ 4593578 w 5342334"/>
              <a:gd name="connsiteY29" fmla="*/ 5444848 h 5785910"/>
              <a:gd name="connsiteX30" fmla="*/ 4581281 w 5342334"/>
              <a:gd name="connsiteY30" fmla="*/ 5445228 h 5785910"/>
              <a:gd name="connsiteX31" fmla="*/ 2168410 w 5342334"/>
              <a:gd name="connsiteY31" fmla="*/ 5525146 h 5785910"/>
              <a:gd name="connsiteX32" fmla="*/ 1445968 w 5342334"/>
              <a:gd name="connsiteY32" fmla="*/ 3310386 h 5785910"/>
              <a:gd name="connsiteX33" fmla="*/ 1441770 w 5342334"/>
              <a:gd name="connsiteY33" fmla="*/ 2943473 h 5785910"/>
              <a:gd name="connsiteX34" fmla="*/ 1514723 w 5342334"/>
              <a:gd name="connsiteY34" fmla="*/ 2929703 h 5785910"/>
              <a:gd name="connsiteX35" fmla="*/ 1975047 w 5342334"/>
              <a:gd name="connsiteY35" fmla="*/ 2725675 h 5785910"/>
              <a:gd name="connsiteX36" fmla="*/ 2654934 w 5342334"/>
              <a:gd name="connsiteY36" fmla="*/ 1630299 h 5785910"/>
              <a:gd name="connsiteX37" fmla="*/ 3108192 w 5342334"/>
              <a:gd name="connsiteY37" fmla="*/ 686009 h 5785910"/>
              <a:gd name="connsiteX38" fmla="*/ 3334821 w 5342334"/>
              <a:gd name="connsiteY38" fmla="*/ 6121 h 5785910"/>
              <a:gd name="connsiteX39" fmla="*/ 3380735 w 5342334"/>
              <a:gd name="connsiteY39" fmla="*/ 118 h 5785910"/>
              <a:gd name="connsiteX0-1" fmla="*/ 1441667 w 5342334"/>
              <a:gd name="connsiteY0-2" fmla="*/ 2934412 h 5785910"/>
              <a:gd name="connsiteX1-3" fmla="*/ 1441770 w 5342334"/>
              <a:gd name="connsiteY1-4" fmla="*/ 2943473 h 5785910"/>
              <a:gd name="connsiteX2-5" fmla="*/ 1438934 w 5342334"/>
              <a:gd name="connsiteY2-6" fmla="*/ 2944008 h 5785910"/>
              <a:gd name="connsiteX3-7" fmla="*/ 1437887 w 5342334"/>
              <a:gd name="connsiteY3-8" fmla="*/ 2937382 h 5785910"/>
              <a:gd name="connsiteX4-9" fmla="*/ 1441667 w 5342334"/>
              <a:gd name="connsiteY4-10" fmla="*/ 2934412 h 5785910"/>
              <a:gd name="connsiteX5-11" fmla="*/ 1354605 w 5342334"/>
              <a:gd name="connsiteY5-12" fmla="*/ 2912708 h 5785910"/>
              <a:gd name="connsiteX6-13" fmla="*/ 1428080 w 5342334"/>
              <a:gd name="connsiteY6-14" fmla="*/ 2945087 h 5785910"/>
              <a:gd name="connsiteX7-15" fmla="*/ 1431050 w 5342334"/>
              <a:gd name="connsiteY7-16" fmla="*/ 3320849 h 5785910"/>
              <a:gd name="connsiteX8-17" fmla="*/ 2146318 w 5342334"/>
              <a:gd name="connsiteY8-18" fmla="*/ 5548257 h 5785910"/>
              <a:gd name="connsiteX9-19" fmla="*/ 2115204 w 5342334"/>
              <a:gd name="connsiteY9-20" fmla="*/ 5553206 h 5785910"/>
              <a:gd name="connsiteX10-21" fmla="*/ 1246460 w 5342334"/>
              <a:gd name="connsiteY10-22" fmla="*/ 5785910 h 5785910"/>
              <a:gd name="connsiteX11-23" fmla="*/ 0 w 5342334"/>
              <a:gd name="connsiteY11-24" fmla="*/ 3148605 h 5785910"/>
              <a:gd name="connsiteX12-25" fmla="*/ 1262428 w 5342334"/>
              <a:gd name="connsiteY12-26" fmla="*/ 2938106 h 5785910"/>
              <a:gd name="connsiteX13-27" fmla="*/ 1354605 w 5342334"/>
              <a:gd name="connsiteY13-28" fmla="*/ 2912708 h 5785910"/>
              <a:gd name="connsiteX14-29" fmla="*/ 3380735 w 5342334"/>
              <a:gd name="connsiteY14-30" fmla="*/ 118 h 5785910"/>
              <a:gd name="connsiteX15-31" fmla="*/ 3863622 w 5342334"/>
              <a:gd name="connsiteY15-32" fmla="*/ 912639 h 5785910"/>
              <a:gd name="connsiteX16-33" fmla="*/ 3674765 w 5342334"/>
              <a:gd name="connsiteY16-34" fmla="*/ 2045786 h 5785910"/>
              <a:gd name="connsiteX17-35" fmla="*/ 4585837 w 5342334"/>
              <a:gd name="connsiteY17-36" fmla="*/ 2046833 h 5785910"/>
              <a:gd name="connsiteX18-37" fmla="*/ 4775401 w 5342334"/>
              <a:gd name="connsiteY18-38" fmla="*/ 2003486 h 5785910"/>
              <a:gd name="connsiteX19-39" fmla="*/ 5203724 w 5342334"/>
              <a:gd name="connsiteY19-40" fmla="*/ 2381935 h 5785910"/>
              <a:gd name="connsiteX20-41" fmla="*/ 4980124 w 5342334"/>
              <a:gd name="connsiteY20-42" fmla="*/ 2705696 h 5785910"/>
              <a:gd name="connsiteX21-43" fmla="*/ 5342334 w 5342334"/>
              <a:gd name="connsiteY21-44" fmla="*/ 3258997 h 5785910"/>
              <a:gd name="connsiteX22-45" fmla="*/ 5107100 w 5342334"/>
              <a:gd name="connsiteY22-46" fmla="*/ 3754493 h 5785910"/>
              <a:gd name="connsiteX23-47" fmla="*/ 5342334 w 5342334"/>
              <a:gd name="connsiteY23-48" fmla="*/ 4140580 h 5785910"/>
              <a:gd name="connsiteX24-49" fmla="*/ 4844706 w 5342334"/>
              <a:gd name="connsiteY24-50" fmla="*/ 4606676 h 5785910"/>
              <a:gd name="connsiteX25-51" fmla="*/ 4790537 w 5342334"/>
              <a:gd name="connsiteY25-52" fmla="*/ 4596433 h 5785910"/>
              <a:gd name="connsiteX26-53" fmla="*/ 4802287 w 5342334"/>
              <a:gd name="connsiteY26-54" fmla="*/ 4606672 h 5785910"/>
              <a:gd name="connsiteX27-55" fmla="*/ 5191248 w 5342334"/>
              <a:gd name="connsiteY27-56" fmla="*/ 4997228 h 5785910"/>
              <a:gd name="connsiteX28-57" fmla="*/ 4866278 w 5342334"/>
              <a:gd name="connsiteY28-58" fmla="*/ 5435572 h 5785910"/>
              <a:gd name="connsiteX29-59" fmla="*/ 4581456 w 5342334"/>
              <a:gd name="connsiteY29-60" fmla="*/ 5443059 h 5785910"/>
              <a:gd name="connsiteX30-61" fmla="*/ 4593578 w 5342334"/>
              <a:gd name="connsiteY30-62" fmla="*/ 5444848 h 5785910"/>
              <a:gd name="connsiteX31-63" fmla="*/ 4581281 w 5342334"/>
              <a:gd name="connsiteY31-64" fmla="*/ 5445228 h 5785910"/>
              <a:gd name="connsiteX32-65" fmla="*/ 2168410 w 5342334"/>
              <a:gd name="connsiteY32-66" fmla="*/ 5525146 h 5785910"/>
              <a:gd name="connsiteX33-67" fmla="*/ 1445968 w 5342334"/>
              <a:gd name="connsiteY33-68" fmla="*/ 3310386 h 5785910"/>
              <a:gd name="connsiteX34-69" fmla="*/ 1441770 w 5342334"/>
              <a:gd name="connsiteY34-70" fmla="*/ 2943473 h 5785910"/>
              <a:gd name="connsiteX35-71" fmla="*/ 1514723 w 5342334"/>
              <a:gd name="connsiteY35-72" fmla="*/ 2929703 h 5785910"/>
              <a:gd name="connsiteX36-73" fmla="*/ 1975047 w 5342334"/>
              <a:gd name="connsiteY36-74" fmla="*/ 2725675 h 5785910"/>
              <a:gd name="connsiteX37-75" fmla="*/ 2654934 w 5342334"/>
              <a:gd name="connsiteY37-76" fmla="*/ 1630299 h 5785910"/>
              <a:gd name="connsiteX38-77" fmla="*/ 3108192 w 5342334"/>
              <a:gd name="connsiteY38-78" fmla="*/ 686009 h 5785910"/>
              <a:gd name="connsiteX39-79" fmla="*/ 3334821 w 5342334"/>
              <a:gd name="connsiteY39-80" fmla="*/ 6121 h 5785910"/>
              <a:gd name="connsiteX40" fmla="*/ 3380735 w 5342334"/>
              <a:gd name="connsiteY40" fmla="*/ 118 h 5785910"/>
              <a:gd name="connsiteX0-81" fmla="*/ 1437887 w 5342334"/>
              <a:gd name="connsiteY0-82" fmla="*/ 2937382 h 5785910"/>
              <a:gd name="connsiteX1-83" fmla="*/ 1441770 w 5342334"/>
              <a:gd name="connsiteY1-84" fmla="*/ 2943473 h 5785910"/>
              <a:gd name="connsiteX2-85" fmla="*/ 1438934 w 5342334"/>
              <a:gd name="connsiteY2-86" fmla="*/ 2944008 h 5785910"/>
              <a:gd name="connsiteX3-87" fmla="*/ 1437887 w 5342334"/>
              <a:gd name="connsiteY3-88" fmla="*/ 2937382 h 5785910"/>
              <a:gd name="connsiteX4-89" fmla="*/ 1354605 w 5342334"/>
              <a:gd name="connsiteY4-90" fmla="*/ 2912708 h 5785910"/>
              <a:gd name="connsiteX5-91" fmla="*/ 1428080 w 5342334"/>
              <a:gd name="connsiteY5-92" fmla="*/ 2945087 h 5785910"/>
              <a:gd name="connsiteX6-93" fmla="*/ 1431050 w 5342334"/>
              <a:gd name="connsiteY6-94" fmla="*/ 3320849 h 5785910"/>
              <a:gd name="connsiteX7-95" fmla="*/ 2146318 w 5342334"/>
              <a:gd name="connsiteY7-96" fmla="*/ 5548257 h 5785910"/>
              <a:gd name="connsiteX8-97" fmla="*/ 2115204 w 5342334"/>
              <a:gd name="connsiteY8-98" fmla="*/ 5553206 h 5785910"/>
              <a:gd name="connsiteX9-99" fmla="*/ 1246460 w 5342334"/>
              <a:gd name="connsiteY9-100" fmla="*/ 5785910 h 5785910"/>
              <a:gd name="connsiteX10-101" fmla="*/ 0 w 5342334"/>
              <a:gd name="connsiteY10-102" fmla="*/ 3148605 h 5785910"/>
              <a:gd name="connsiteX11-103" fmla="*/ 1262428 w 5342334"/>
              <a:gd name="connsiteY11-104" fmla="*/ 2938106 h 5785910"/>
              <a:gd name="connsiteX12-105" fmla="*/ 1354605 w 5342334"/>
              <a:gd name="connsiteY12-106" fmla="*/ 2912708 h 5785910"/>
              <a:gd name="connsiteX13-107" fmla="*/ 3380735 w 5342334"/>
              <a:gd name="connsiteY13-108" fmla="*/ 118 h 5785910"/>
              <a:gd name="connsiteX14-109" fmla="*/ 3863622 w 5342334"/>
              <a:gd name="connsiteY14-110" fmla="*/ 912639 h 5785910"/>
              <a:gd name="connsiteX15-111" fmla="*/ 3674765 w 5342334"/>
              <a:gd name="connsiteY15-112" fmla="*/ 2045786 h 5785910"/>
              <a:gd name="connsiteX16-113" fmla="*/ 4585837 w 5342334"/>
              <a:gd name="connsiteY16-114" fmla="*/ 2046833 h 5785910"/>
              <a:gd name="connsiteX17-115" fmla="*/ 4775401 w 5342334"/>
              <a:gd name="connsiteY17-116" fmla="*/ 2003486 h 5785910"/>
              <a:gd name="connsiteX18-117" fmla="*/ 5203724 w 5342334"/>
              <a:gd name="connsiteY18-118" fmla="*/ 2381935 h 5785910"/>
              <a:gd name="connsiteX19-119" fmla="*/ 4980124 w 5342334"/>
              <a:gd name="connsiteY19-120" fmla="*/ 2705696 h 5785910"/>
              <a:gd name="connsiteX20-121" fmla="*/ 5342334 w 5342334"/>
              <a:gd name="connsiteY20-122" fmla="*/ 3258997 h 5785910"/>
              <a:gd name="connsiteX21-123" fmla="*/ 5107100 w 5342334"/>
              <a:gd name="connsiteY21-124" fmla="*/ 3754493 h 5785910"/>
              <a:gd name="connsiteX22-125" fmla="*/ 5342334 w 5342334"/>
              <a:gd name="connsiteY22-126" fmla="*/ 4140580 h 5785910"/>
              <a:gd name="connsiteX23-127" fmla="*/ 4844706 w 5342334"/>
              <a:gd name="connsiteY23-128" fmla="*/ 4606676 h 5785910"/>
              <a:gd name="connsiteX24-129" fmla="*/ 4790537 w 5342334"/>
              <a:gd name="connsiteY24-130" fmla="*/ 4596433 h 5785910"/>
              <a:gd name="connsiteX25-131" fmla="*/ 4802287 w 5342334"/>
              <a:gd name="connsiteY25-132" fmla="*/ 4606672 h 5785910"/>
              <a:gd name="connsiteX26-133" fmla="*/ 5191248 w 5342334"/>
              <a:gd name="connsiteY26-134" fmla="*/ 4997228 h 5785910"/>
              <a:gd name="connsiteX27-135" fmla="*/ 4866278 w 5342334"/>
              <a:gd name="connsiteY27-136" fmla="*/ 5435572 h 5785910"/>
              <a:gd name="connsiteX28-137" fmla="*/ 4581456 w 5342334"/>
              <a:gd name="connsiteY28-138" fmla="*/ 5443059 h 5785910"/>
              <a:gd name="connsiteX29-139" fmla="*/ 4593578 w 5342334"/>
              <a:gd name="connsiteY29-140" fmla="*/ 5444848 h 5785910"/>
              <a:gd name="connsiteX30-141" fmla="*/ 4581281 w 5342334"/>
              <a:gd name="connsiteY30-142" fmla="*/ 5445228 h 5785910"/>
              <a:gd name="connsiteX31-143" fmla="*/ 2168410 w 5342334"/>
              <a:gd name="connsiteY31-144" fmla="*/ 5525146 h 5785910"/>
              <a:gd name="connsiteX32-145" fmla="*/ 1445968 w 5342334"/>
              <a:gd name="connsiteY32-146" fmla="*/ 3310386 h 5785910"/>
              <a:gd name="connsiteX33-147" fmla="*/ 1441770 w 5342334"/>
              <a:gd name="connsiteY33-148" fmla="*/ 2943473 h 5785910"/>
              <a:gd name="connsiteX34-149" fmla="*/ 1514723 w 5342334"/>
              <a:gd name="connsiteY34-150" fmla="*/ 2929703 h 5785910"/>
              <a:gd name="connsiteX35-151" fmla="*/ 1975047 w 5342334"/>
              <a:gd name="connsiteY35-152" fmla="*/ 2725675 h 5785910"/>
              <a:gd name="connsiteX36-153" fmla="*/ 2654934 w 5342334"/>
              <a:gd name="connsiteY36-154" fmla="*/ 1630299 h 5785910"/>
              <a:gd name="connsiteX37-155" fmla="*/ 3108192 w 5342334"/>
              <a:gd name="connsiteY37-156" fmla="*/ 686009 h 5785910"/>
              <a:gd name="connsiteX38-157" fmla="*/ 3334821 w 5342334"/>
              <a:gd name="connsiteY38-158" fmla="*/ 6121 h 5785910"/>
              <a:gd name="connsiteX39-159" fmla="*/ 3380735 w 5342334"/>
              <a:gd name="connsiteY39-160" fmla="*/ 118 h 5785910"/>
              <a:gd name="connsiteX0-161" fmla="*/ 1438934 w 5342334"/>
              <a:gd name="connsiteY0-162" fmla="*/ 2944008 h 5785910"/>
              <a:gd name="connsiteX1-163" fmla="*/ 1441770 w 5342334"/>
              <a:gd name="connsiteY1-164" fmla="*/ 2943473 h 5785910"/>
              <a:gd name="connsiteX2-165" fmla="*/ 1438934 w 5342334"/>
              <a:gd name="connsiteY2-166" fmla="*/ 2944008 h 5785910"/>
              <a:gd name="connsiteX3-167" fmla="*/ 1354605 w 5342334"/>
              <a:gd name="connsiteY3-168" fmla="*/ 2912708 h 5785910"/>
              <a:gd name="connsiteX4-169" fmla="*/ 1428080 w 5342334"/>
              <a:gd name="connsiteY4-170" fmla="*/ 2945087 h 5785910"/>
              <a:gd name="connsiteX5-171" fmla="*/ 1431050 w 5342334"/>
              <a:gd name="connsiteY5-172" fmla="*/ 3320849 h 5785910"/>
              <a:gd name="connsiteX6-173" fmla="*/ 2146318 w 5342334"/>
              <a:gd name="connsiteY6-174" fmla="*/ 5548257 h 5785910"/>
              <a:gd name="connsiteX7-175" fmla="*/ 2115204 w 5342334"/>
              <a:gd name="connsiteY7-176" fmla="*/ 5553206 h 5785910"/>
              <a:gd name="connsiteX8-177" fmla="*/ 1246460 w 5342334"/>
              <a:gd name="connsiteY8-178" fmla="*/ 5785910 h 5785910"/>
              <a:gd name="connsiteX9-179" fmla="*/ 0 w 5342334"/>
              <a:gd name="connsiteY9-180" fmla="*/ 3148605 h 5785910"/>
              <a:gd name="connsiteX10-181" fmla="*/ 1262428 w 5342334"/>
              <a:gd name="connsiteY10-182" fmla="*/ 2938106 h 5785910"/>
              <a:gd name="connsiteX11-183" fmla="*/ 1354605 w 5342334"/>
              <a:gd name="connsiteY11-184" fmla="*/ 2912708 h 5785910"/>
              <a:gd name="connsiteX12-185" fmla="*/ 3380735 w 5342334"/>
              <a:gd name="connsiteY12-186" fmla="*/ 118 h 5785910"/>
              <a:gd name="connsiteX13-187" fmla="*/ 3863622 w 5342334"/>
              <a:gd name="connsiteY13-188" fmla="*/ 912639 h 5785910"/>
              <a:gd name="connsiteX14-189" fmla="*/ 3674765 w 5342334"/>
              <a:gd name="connsiteY14-190" fmla="*/ 2045786 h 5785910"/>
              <a:gd name="connsiteX15-191" fmla="*/ 4585837 w 5342334"/>
              <a:gd name="connsiteY15-192" fmla="*/ 2046833 h 5785910"/>
              <a:gd name="connsiteX16-193" fmla="*/ 4775401 w 5342334"/>
              <a:gd name="connsiteY16-194" fmla="*/ 2003486 h 5785910"/>
              <a:gd name="connsiteX17-195" fmla="*/ 5203724 w 5342334"/>
              <a:gd name="connsiteY17-196" fmla="*/ 2381935 h 5785910"/>
              <a:gd name="connsiteX18-197" fmla="*/ 4980124 w 5342334"/>
              <a:gd name="connsiteY18-198" fmla="*/ 2705696 h 5785910"/>
              <a:gd name="connsiteX19-199" fmla="*/ 5342334 w 5342334"/>
              <a:gd name="connsiteY19-200" fmla="*/ 3258997 h 5785910"/>
              <a:gd name="connsiteX20-201" fmla="*/ 5107100 w 5342334"/>
              <a:gd name="connsiteY20-202" fmla="*/ 3754493 h 5785910"/>
              <a:gd name="connsiteX21-203" fmla="*/ 5342334 w 5342334"/>
              <a:gd name="connsiteY21-204" fmla="*/ 4140580 h 5785910"/>
              <a:gd name="connsiteX22-205" fmla="*/ 4844706 w 5342334"/>
              <a:gd name="connsiteY22-206" fmla="*/ 4606676 h 5785910"/>
              <a:gd name="connsiteX23-207" fmla="*/ 4790537 w 5342334"/>
              <a:gd name="connsiteY23-208" fmla="*/ 4596433 h 5785910"/>
              <a:gd name="connsiteX24-209" fmla="*/ 4802287 w 5342334"/>
              <a:gd name="connsiteY24-210" fmla="*/ 4606672 h 5785910"/>
              <a:gd name="connsiteX25-211" fmla="*/ 5191248 w 5342334"/>
              <a:gd name="connsiteY25-212" fmla="*/ 4997228 h 5785910"/>
              <a:gd name="connsiteX26-213" fmla="*/ 4866278 w 5342334"/>
              <a:gd name="connsiteY26-214" fmla="*/ 5435572 h 5785910"/>
              <a:gd name="connsiteX27-215" fmla="*/ 4581456 w 5342334"/>
              <a:gd name="connsiteY27-216" fmla="*/ 5443059 h 5785910"/>
              <a:gd name="connsiteX28-217" fmla="*/ 4593578 w 5342334"/>
              <a:gd name="connsiteY28-218" fmla="*/ 5444848 h 5785910"/>
              <a:gd name="connsiteX29-219" fmla="*/ 4581281 w 5342334"/>
              <a:gd name="connsiteY29-220" fmla="*/ 5445228 h 5785910"/>
              <a:gd name="connsiteX30-221" fmla="*/ 2168410 w 5342334"/>
              <a:gd name="connsiteY30-222" fmla="*/ 5525146 h 5785910"/>
              <a:gd name="connsiteX31-223" fmla="*/ 1445968 w 5342334"/>
              <a:gd name="connsiteY31-224" fmla="*/ 3310386 h 5785910"/>
              <a:gd name="connsiteX32-225" fmla="*/ 1441770 w 5342334"/>
              <a:gd name="connsiteY32-226" fmla="*/ 2943473 h 5785910"/>
              <a:gd name="connsiteX33-227" fmla="*/ 1514723 w 5342334"/>
              <a:gd name="connsiteY33-228" fmla="*/ 2929703 h 5785910"/>
              <a:gd name="connsiteX34-229" fmla="*/ 1975047 w 5342334"/>
              <a:gd name="connsiteY34-230" fmla="*/ 2725675 h 5785910"/>
              <a:gd name="connsiteX35-231" fmla="*/ 2654934 w 5342334"/>
              <a:gd name="connsiteY35-232" fmla="*/ 1630299 h 5785910"/>
              <a:gd name="connsiteX36-233" fmla="*/ 3108192 w 5342334"/>
              <a:gd name="connsiteY36-234" fmla="*/ 686009 h 5785910"/>
              <a:gd name="connsiteX37-235" fmla="*/ 3334821 w 5342334"/>
              <a:gd name="connsiteY37-236" fmla="*/ 6121 h 5785910"/>
              <a:gd name="connsiteX38-237" fmla="*/ 3380735 w 5342334"/>
              <a:gd name="connsiteY38-238" fmla="*/ 118 h 5785910"/>
              <a:gd name="connsiteX0-239" fmla="*/ 1438934 w 5342334"/>
              <a:gd name="connsiteY0-240" fmla="*/ 2944008 h 5785910"/>
              <a:gd name="connsiteX1-241" fmla="*/ 1441770 w 5342334"/>
              <a:gd name="connsiteY1-242" fmla="*/ 2943473 h 5785910"/>
              <a:gd name="connsiteX2-243" fmla="*/ 1438934 w 5342334"/>
              <a:gd name="connsiteY2-244" fmla="*/ 2944008 h 5785910"/>
              <a:gd name="connsiteX3-245" fmla="*/ 1354605 w 5342334"/>
              <a:gd name="connsiteY3-246" fmla="*/ 2912708 h 5785910"/>
              <a:gd name="connsiteX4-247" fmla="*/ 1428080 w 5342334"/>
              <a:gd name="connsiteY4-248" fmla="*/ 2945087 h 5785910"/>
              <a:gd name="connsiteX5-249" fmla="*/ 1431050 w 5342334"/>
              <a:gd name="connsiteY5-250" fmla="*/ 3320849 h 5785910"/>
              <a:gd name="connsiteX6-251" fmla="*/ 2146318 w 5342334"/>
              <a:gd name="connsiteY6-252" fmla="*/ 5548257 h 5785910"/>
              <a:gd name="connsiteX7-253" fmla="*/ 2115204 w 5342334"/>
              <a:gd name="connsiteY7-254" fmla="*/ 5553206 h 5785910"/>
              <a:gd name="connsiteX8-255" fmla="*/ 1246460 w 5342334"/>
              <a:gd name="connsiteY8-256" fmla="*/ 5785910 h 5785910"/>
              <a:gd name="connsiteX9-257" fmla="*/ 0 w 5342334"/>
              <a:gd name="connsiteY9-258" fmla="*/ 3148605 h 5785910"/>
              <a:gd name="connsiteX10-259" fmla="*/ 1262428 w 5342334"/>
              <a:gd name="connsiteY10-260" fmla="*/ 2938106 h 5785910"/>
              <a:gd name="connsiteX11-261" fmla="*/ 1354605 w 5342334"/>
              <a:gd name="connsiteY11-262" fmla="*/ 2912708 h 5785910"/>
              <a:gd name="connsiteX12-263" fmla="*/ 3380735 w 5342334"/>
              <a:gd name="connsiteY12-264" fmla="*/ 118 h 5785910"/>
              <a:gd name="connsiteX13-265" fmla="*/ 3863622 w 5342334"/>
              <a:gd name="connsiteY13-266" fmla="*/ 912639 h 5785910"/>
              <a:gd name="connsiteX14-267" fmla="*/ 3674765 w 5342334"/>
              <a:gd name="connsiteY14-268" fmla="*/ 2045786 h 5785910"/>
              <a:gd name="connsiteX15-269" fmla="*/ 4585837 w 5342334"/>
              <a:gd name="connsiteY15-270" fmla="*/ 2046833 h 5785910"/>
              <a:gd name="connsiteX16-271" fmla="*/ 4775401 w 5342334"/>
              <a:gd name="connsiteY16-272" fmla="*/ 2003486 h 5785910"/>
              <a:gd name="connsiteX17-273" fmla="*/ 5203724 w 5342334"/>
              <a:gd name="connsiteY17-274" fmla="*/ 2381935 h 5785910"/>
              <a:gd name="connsiteX18-275" fmla="*/ 4980124 w 5342334"/>
              <a:gd name="connsiteY18-276" fmla="*/ 2705696 h 5785910"/>
              <a:gd name="connsiteX19-277" fmla="*/ 5342334 w 5342334"/>
              <a:gd name="connsiteY19-278" fmla="*/ 3258997 h 5785910"/>
              <a:gd name="connsiteX20-279" fmla="*/ 5107100 w 5342334"/>
              <a:gd name="connsiteY20-280" fmla="*/ 3754493 h 5785910"/>
              <a:gd name="connsiteX21-281" fmla="*/ 5342334 w 5342334"/>
              <a:gd name="connsiteY21-282" fmla="*/ 4140580 h 5785910"/>
              <a:gd name="connsiteX22-283" fmla="*/ 4844706 w 5342334"/>
              <a:gd name="connsiteY22-284" fmla="*/ 4606676 h 5785910"/>
              <a:gd name="connsiteX23-285" fmla="*/ 4790537 w 5342334"/>
              <a:gd name="connsiteY23-286" fmla="*/ 4596433 h 5785910"/>
              <a:gd name="connsiteX24-287" fmla="*/ 4802287 w 5342334"/>
              <a:gd name="connsiteY24-288" fmla="*/ 4606672 h 5785910"/>
              <a:gd name="connsiteX25-289" fmla="*/ 5191248 w 5342334"/>
              <a:gd name="connsiteY25-290" fmla="*/ 4997228 h 5785910"/>
              <a:gd name="connsiteX26-291" fmla="*/ 4866278 w 5342334"/>
              <a:gd name="connsiteY26-292" fmla="*/ 5435572 h 5785910"/>
              <a:gd name="connsiteX27-293" fmla="*/ 4581456 w 5342334"/>
              <a:gd name="connsiteY27-294" fmla="*/ 5443059 h 5785910"/>
              <a:gd name="connsiteX28-295" fmla="*/ 4593578 w 5342334"/>
              <a:gd name="connsiteY28-296" fmla="*/ 5444848 h 5785910"/>
              <a:gd name="connsiteX29-297" fmla="*/ 4581281 w 5342334"/>
              <a:gd name="connsiteY29-298" fmla="*/ 5445228 h 5785910"/>
              <a:gd name="connsiteX30-299" fmla="*/ 2168410 w 5342334"/>
              <a:gd name="connsiteY30-300" fmla="*/ 5525146 h 5785910"/>
              <a:gd name="connsiteX31-301" fmla="*/ 1445968 w 5342334"/>
              <a:gd name="connsiteY31-302" fmla="*/ 3310386 h 5785910"/>
              <a:gd name="connsiteX32-303" fmla="*/ 1441770 w 5342334"/>
              <a:gd name="connsiteY32-304" fmla="*/ 2943473 h 5785910"/>
              <a:gd name="connsiteX33-305" fmla="*/ 1514723 w 5342334"/>
              <a:gd name="connsiteY33-306" fmla="*/ 2929703 h 5785910"/>
              <a:gd name="connsiteX34-307" fmla="*/ 1975047 w 5342334"/>
              <a:gd name="connsiteY34-308" fmla="*/ 2725675 h 5785910"/>
              <a:gd name="connsiteX35-309" fmla="*/ 2654934 w 5342334"/>
              <a:gd name="connsiteY35-310" fmla="*/ 1630299 h 5785910"/>
              <a:gd name="connsiteX36-311" fmla="*/ 3108192 w 5342334"/>
              <a:gd name="connsiteY36-312" fmla="*/ 686009 h 5785910"/>
              <a:gd name="connsiteX37-313" fmla="*/ 3334821 w 5342334"/>
              <a:gd name="connsiteY37-314" fmla="*/ 6121 h 5785910"/>
              <a:gd name="connsiteX38-315" fmla="*/ 3380735 w 5342334"/>
              <a:gd name="connsiteY38-316" fmla="*/ 118 h 5785910"/>
              <a:gd name="connsiteX0-317" fmla="*/ 1438934 w 5342334"/>
              <a:gd name="connsiteY0-318" fmla="*/ 2944008 h 5785910"/>
              <a:gd name="connsiteX1-319" fmla="*/ 1441770 w 5342334"/>
              <a:gd name="connsiteY1-320" fmla="*/ 2943473 h 5785910"/>
              <a:gd name="connsiteX2-321" fmla="*/ 1438934 w 5342334"/>
              <a:gd name="connsiteY2-322" fmla="*/ 2944008 h 5785910"/>
              <a:gd name="connsiteX3-323" fmla="*/ 1354605 w 5342334"/>
              <a:gd name="connsiteY3-324" fmla="*/ 2912708 h 5785910"/>
              <a:gd name="connsiteX4-325" fmla="*/ 1428080 w 5342334"/>
              <a:gd name="connsiteY4-326" fmla="*/ 2945087 h 5785910"/>
              <a:gd name="connsiteX5-327" fmla="*/ 1431050 w 5342334"/>
              <a:gd name="connsiteY5-328" fmla="*/ 3320849 h 5785910"/>
              <a:gd name="connsiteX6-329" fmla="*/ 2146318 w 5342334"/>
              <a:gd name="connsiteY6-330" fmla="*/ 5548257 h 5785910"/>
              <a:gd name="connsiteX7-331" fmla="*/ 2115204 w 5342334"/>
              <a:gd name="connsiteY7-332" fmla="*/ 5553206 h 5785910"/>
              <a:gd name="connsiteX8-333" fmla="*/ 1246460 w 5342334"/>
              <a:gd name="connsiteY8-334" fmla="*/ 5785910 h 5785910"/>
              <a:gd name="connsiteX9-335" fmla="*/ 0 w 5342334"/>
              <a:gd name="connsiteY9-336" fmla="*/ 3148605 h 5785910"/>
              <a:gd name="connsiteX10-337" fmla="*/ 1262428 w 5342334"/>
              <a:gd name="connsiteY10-338" fmla="*/ 2938106 h 5785910"/>
              <a:gd name="connsiteX11-339" fmla="*/ 1354605 w 5342334"/>
              <a:gd name="connsiteY11-340" fmla="*/ 2912708 h 5785910"/>
              <a:gd name="connsiteX12-341" fmla="*/ 3380735 w 5342334"/>
              <a:gd name="connsiteY12-342" fmla="*/ 118 h 5785910"/>
              <a:gd name="connsiteX13-343" fmla="*/ 3863622 w 5342334"/>
              <a:gd name="connsiteY13-344" fmla="*/ 912639 h 5785910"/>
              <a:gd name="connsiteX14-345" fmla="*/ 3674765 w 5342334"/>
              <a:gd name="connsiteY14-346" fmla="*/ 2045786 h 5785910"/>
              <a:gd name="connsiteX15-347" fmla="*/ 4585837 w 5342334"/>
              <a:gd name="connsiteY15-348" fmla="*/ 2046833 h 5785910"/>
              <a:gd name="connsiteX16-349" fmla="*/ 4775401 w 5342334"/>
              <a:gd name="connsiteY16-350" fmla="*/ 2003486 h 5785910"/>
              <a:gd name="connsiteX17-351" fmla="*/ 5203724 w 5342334"/>
              <a:gd name="connsiteY17-352" fmla="*/ 2381935 h 5785910"/>
              <a:gd name="connsiteX18-353" fmla="*/ 4980124 w 5342334"/>
              <a:gd name="connsiteY18-354" fmla="*/ 2705696 h 5785910"/>
              <a:gd name="connsiteX19-355" fmla="*/ 5342334 w 5342334"/>
              <a:gd name="connsiteY19-356" fmla="*/ 3258997 h 5785910"/>
              <a:gd name="connsiteX20-357" fmla="*/ 5107100 w 5342334"/>
              <a:gd name="connsiteY20-358" fmla="*/ 3754493 h 5785910"/>
              <a:gd name="connsiteX21-359" fmla="*/ 5342334 w 5342334"/>
              <a:gd name="connsiteY21-360" fmla="*/ 4140580 h 5785910"/>
              <a:gd name="connsiteX22-361" fmla="*/ 4844706 w 5342334"/>
              <a:gd name="connsiteY22-362" fmla="*/ 4606676 h 5785910"/>
              <a:gd name="connsiteX23-363" fmla="*/ 4790537 w 5342334"/>
              <a:gd name="connsiteY23-364" fmla="*/ 4596433 h 5785910"/>
              <a:gd name="connsiteX24-365" fmla="*/ 4802287 w 5342334"/>
              <a:gd name="connsiteY24-366" fmla="*/ 4606672 h 5785910"/>
              <a:gd name="connsiteX25-367" fmla="*/ 5191248 w 5342334"/>
              <a:gd name="connsiteY25-368" fmla="*/ 4997228 h 5785910"/>
              <a:gd name="connsiteX26-369" fmla="*/ 4866278 w 5342334"/>
              <a:gd name="connsiteY26-370" fmla="*/ 5435572 h 5785910"/>
              <a:gd name="connsiteX27-371" fmla="*/ 4581456 w 5342334"/>
              <a:gd name="connsiteY27-372" fmla="*/ 5443059 h 5785910"/>
              <a:gd name="connsiteX28-373" fmla="*/ 4593578 w 5342334"/>
              <a:gd name="connsiteY28-374" fmla="*/ 5444848 h 5785910"/>
              <a:gd name="connsiteX29-375" fmla="*/ 4581281 w 5342334"/>
              <a:gd name="connsiteY29-376" fmla="*/ 5445228 h 5785910"/>
              <a:gd name="connsiteX30-377" fmla="*/ 2168410 w 5342334"/>
              <a:gd name="connsiteY30-378" fmla="*/ 5525146 h 5785910"/>
              <a:gd name="connsiteX31-379" fmla="*/ 1445968 w 5342334"/>
              <a:gd name="connsiteY31-380" fmla="*/ 3310386 h 5785910"/>
              <a:gd name="connsiteX32-381" fmla="*/ 1441770 w 5342334"/>
              <a:gd name="connsiteY32-382" fmla="*/ 2943473 h 5785910"/>
              <a:gd name="connsiteX33-383" fmla="*/ 1514723 w 5342334"/>
              <a:gd name="connsiteY33-384" fmla="*/ 2929703 h 5785910"/>
              <a:gd name="connsiteX34-385" fmla="*/ 1975047 w 5342334"/>
              <a:gd name="connsiteY34-386" fmla="*/ 2725675 h 5785910"/>
              <a:gd name="connsiteX35-387" fmla="*/ 2654934 w 5342334"/>
              <a:gd name="connsiteY35-388" fmla="*/ 1630299 h 5785910"/>
              <a:gd name="connsiteX36-389" fmla="*/ 3108192 w 5342334"/>
              <a:gd name="connsiteY36-390" fmla="*/ 686009 h 5785910"/>
              <a:gd name="connsiteX37-391" fmla="*/ 3334821 w 5342334"/>
              <a:gd name="connsiteY37-392" fmla="*/ 6121 h 5785910"/>
              <a:gd name="connsiteX38-393" fmla="*/ 3380735 w 5342334"/>
              <a:gd name="connsiteY38-394" fmla="*/ 118 h 5785910"/>
              <a:gd name="connsiteX0-395" fmla="*/ 1438934 w 5342334"/>
              <a:gd name="connsiteY0-396" fmla="*/ 2944008 h 5785910"/>
              <a:gd name="connsiteX1-397" fmla="*/ 1441770 w 5342334"/>
              <a:gd name="connsiteY1-398" fmla="*/ 2943473 h 5785910"/>
              <a:gd name="connsiteX2-399" fmla="*/ 1438934 w 5342334"/>
              <a:gd name="connsiteY2-400" fmla="*/ 2944008 h 5785910"/>
              <a:gd name="connsiteX3-401" fmla="*/ 1354605 w 5342334"/>
              <a:gd name="connsiteY3-402" fmla="*/ 2912708 h 5785910"/>
              <a:gd name="connsiteX4-403" fmla="*/ 1428080 w 5342334"/>
              <a:gd name="connsiteY4-404" fmla="*/ 2945087 h 5785910"/>
              <a:gd name="connsiteX5-405" fmla="*/ 1431050 w 5342334"/>
              <a:gd name="connsiteY5-406" fmla="*/ 3320849 h 5785910"/>
              <a:gd name="connsiteX6-407" fmla="*/ 2146318 w 5342334"/>
              <a:gd name="connsiteY6-408" fmla="*/ 5548257 h 5785910"/>
              <a:gd name="connsiteX7-409" fmla="*/ 2115204 w 5342334"/>
              <a:gd name="connsiteY7-410" fmla="*/ 5553206 h 5785910"/>
              <a:gd name="connsiteX8-411" fmla="*/ 1246460 w 5342334"/>
              <a:gd name="connsiteY8-412" fmla="*/ 5785910 h 5785910"/>
              <a:gd name="connsiteX9-413" fmla="*/ 0 w 5342334"/>
              <a:gd name="connsiteY9-414" fmla="*/ 3148605 h 5785910"/>
              <a:gd name="connsiteX10-415" fmla="*/ 1262428 w 5342334"/>
              <a:gd name="connsiteY10-416" fmla="*/ 2938106 h 5785910"/>
              <a:gd name="connsiteX11-417" fmla="*/ 1354605 w 5342334"/>
              <a:gd name="connsiteY11-418" fmla="*/ 2912708 h 5785910"/>
              <a:gd name="connsiteX12-419" fmla="*/ 3380735 w 5342334"/>
              <a:gd name="connsiteY12-420" fmla="*/ 118 h 5785910"/>
              <a:gd name="connsiteX13-421" fmla="*/ 3863622 w 5342334"/>
              <a:gd name="connsiteY13-422" fmla="*/ 912639 h 5785910"/>
              <a:gd name="connsiteX14-423" fmla="*/ 3674765 w 5342334"/>
              <a:gd name="connsiteY14-424" fmla="*/ 2045786 h 5785910"/>
              <a:gd name="connsiteX15-425" fmla="*/ 4585837 w 5342334"/>
              <a:gd name="connsiteY15-426" fmla="*/ 2046833 h 5785910"/>
              <a:gd name="connsiteX16-427" fmla="*/ 4775401 w 5342334"/>
              <a:gd name="connsiteY16-428" fmla="*/ 2003486 h 5785910"/>
              <a:gd name="connsiteX17-429" fmla="*/ 5203724 w 5342334"/>
              <a:gd name="connsiteY17-430" fmla="*/ 2381935 h 5785910"/>
              <a:gd name="connsiteX18-431" fmla="*/ 4980124 w 5342334"/>
              <a:gd name="connsiteY18-432" fmla="*/ 2705696 h 5785910"/>
              <a:gd name="connsiteX19-433" fmla="*/ 5342334 w 5342334"/>
              <a:gd name="connsiteY19-434" fmla="*/ 3258997 h 5785910"/>
              <a:gd name="connsiteX20-435" fmla="*/ 5107100 w 5342334"/>
              <a:gd name="connsiteY20-436" fmla="*/ 3754493 h 5785910"/>
              <a:gd name="connsiteX21-437" fmla="*/ 5342334 w 5342334"/>
              <a:gd name="connsiteY21-438" fmla="*/ 4140580 h 5785910"/>
              <a:gd name="connsiteX22-439" fmla="*/ 4844706 w 5342334"/>
              <a:gd name="connsiteY22-440" fmla="*/ 4606676 h 5785910"/>
              <a:gd name="connsiteX23-441" fmla="*/ 4790537 w 5342334"/>
              <a:gd name="connsiteY23-442" fmla="*/ 4596433 h 5785910"/>
              <a:gd name="connsiteX24-443" fmla="*/ 4802287 w 5342334"/>
              <a:gd name="connsiteY24-444" fmla="*/ 4606672 h 5785910"/>
              <a:gd name="connsiteX25-445" fmla="*/ 5191248 w 5342334"/>
              <a:gd name="connsiteY25-446" fmla="*/ 4997228 h 5785910"/>
              <a:gd name="connsiteX26-447" fmla="*/ 4866278 w 5342334"/>
              <a:gd name="connsiteY26-448" fmla="*/ 5435572 h 5785910"/>
              <a:gd name="connsiteX27-449" fmla="*/ 4581456 w 5342334"/>
              <a:gd name="connsiteY27-450" fmla="*/ 5443059 h 5785910"/>
              <a:gd name="connsiteX28-451" fmla="*/ 4593578 w 5342334"/>
              <a:gd name="connsiteY28-452" fmla="*/ 5444848 h 5785910"/>
              <a:gd name="connsiteX29-453" fmla="*/ 4581281 w 5342334"/>
              <a:gd name="connsiteY29-454" fmla="*/ 5445228 h 5785910"/>
              <a:gd name="connsiteX30-455" fmla="*/ 2168410 w 5342334"/>
              <a:gd name="connsiteY30-456" fmla="*/ 5525146 h 5785910"/>
              <a:gd name="connsiteX31-457" fmla="*/ 1445968 w 5342334"/>
              <a:gd name="connsiteY31-458" fmla="*/ 3310386 h 5785910"/>
              <a:gd name="connsiteX32-459" fmla="*/ 1441770 w 5342334"/>
              <a:gd name="connsiteY32-460" fmla="*/ 2943473 h 5785910"/>
              <a:gd name="connsiteX33-461" fmla="*/ 1514723 w 5342334"/>
              <a:gd name="connsiteY33-462" fmla="*/ 2929703 h 5785910"/>
              <a:gd name="connsiteX34-463" fmla="*/ 1975047 w 5342334"/>
              <a:gd name="connsiteY34-464" fmla="*/ 2725675 h 5785910"/>
              <a:gd name="connsiteX35-465" fmla="*/ 2654934 w 5342334"/>
              <a:gd name="connsiteY35-466" fmla="*/ 1630299 h 5785910"/>
              <a:gd name="connsiteX36-467" fmla="*/ 3108192 w 5342334"/>
              <a:gd name="connsiteY36-468" fmla="*/ 686009 h 5785910"/>
              <a:gd name="connsiteX37-469" fmla="*/ 3334821 w 5342334"/>
              <a:gd name="connsiteY37-470" fmla="*/ 6121 h 5785910"/>
              <a:gd name="connsiteX38-471" fmla="*/ 3380735 w 5342334"/>
              <a:gd name="connsiteY38-472" fmla="*/ 118 h 5785910"/>
              <a:gd name="connsiteX0-473" fmla="*/ 1438934 w 5342334"/>
              <a:gd name="connsiteY0-474" fmla="*/ 2944008 h 5785910"/>
              <a:gd name="connsiteX1-475" fmla="*/ 1441770 w 5342334"/>
              <a:gd name="connsiteY1-476" fmla="*/ 2943473 h 5785910"/>
              <a:gd name="connsiteX2-477" fmla="*/ 1438934 w 5342334"/>
              <a:gd name="connsiteY2-478" fmla="*/ 2944008 h 5785910"/>
              <a:gd name="connsiteX3-479" fmla="*/ 1354605 w 5342334"/>
              <a:gd name="connsiteY3-480" fmla="*/ 2912708 h 5785910"/>
              <a:gd name="connsiteX4-481" fmla="*/ 1428080 w 5342334"/>
              <a:gd name="connsiteY4-482" fmla="*/ 2945087 h 5785910"/>
              <a:gd name="connsiteX5-483" fmla="*/ 1431050 w 5342334"/>
              <a:gd name="connsiteY5-484" fmla="*/ 3320849 h 5785910"/>
              <a:gd name="connsiteX6-485" fmla="*/ 2146318 w 5342334"/>
              <a:gd name="connsiteY6-486" fmla="*/ 5548257 h 5785910"/>
              <a:gd name="connsiteX7-487" fmla="*/ 2115204 w 5342334"/>
              <a:gd name="connsiteY7-488" fmla="*/ 5553206 h 5785910"/>
              <a:gd name="connsiteX8-489" fmla="*/ 1246460 w 5342334"/>
              <a:gd name="connsiteY8-490" fmla="*/ 5785910 h 5785910"/>
              <a:gd name="connsiteX9-491" fmla="*/ 0 w 5342334"/>
              <a:gd name="connsiteY9-492" fmla="*/ 3148605 h 5785910"/>
              <a:gd name="connsiteX10-493" fmla="*/ 1262428 w 5342334"/>
              <a:gd name="connsiteY10-494" fmla="*/ 2938106 h 5785910"/>
              <a:gd name="connsiteX11-495" fmla="*/ 1354605 w 5342334"/>
              <a:gd name="connsiteY11-496" fmla="*/ 2912708 h 5785910"/>
              <a:gd name="connsiteX12-497" fmla="*/ 3380735 w 5342334"/>
              <a:gd name="connsiteY12-498" fmla="*/ 118 h 5785910"/>
              <a:gd name="connsiteX13-499" fmla="*/ 3863622 w 5342334"/>
              <a:gd name="connsiteY13-500" fmla="*/ 912639 h 5785910"/>
              <a:gd name="connsiteX14-501" fmla="*/ 3674765 w 5342334"/>
              <a:gd name="connsiteY14-502" fmla="*/ 2045786 h 5785910"/>
              <a:gd name="connsiteX15-503" fmla="*/ 4585837 w 5342334"/>
              <a:gd name="connsiteY15-504" fmla="*/ 2046833 h 5785910"/>
              <a:gd name="connsiteX16-505" fmla="*/ 4775401 w 5342334"/>
              <a:gd name="connsiteY16-506" fmla="*/ 2003486 h 5785910"/>
              <a:gd name="connsiteX17-507" fmla="*/ 5203724 w 5342334"/>
              <a:gd name="connsiteY17-508" fmla="*/ 2381935 h 5785910"/>
              <a:gd name="connsiteX18-509" fmla="*/ 4980124 w 5342334"/>
              <a:gd name="connsiteY18-510" fmla="*/ 2705696 h 5785910"/>
              <a:gd name="connsiteX19-511" fmla="*/ 5342334 w 5342334"/>
              <a:gd name="connsiteY19-512" fmla="*/ 3258997 h 5785910"/>
              <a:gd name="connsiteX20-513" fmla="*/ 5107100 w 5342334"/>
              <a:gd name="connsiteY20-514" fmla="*/ 3754493 h 5785910"/>
              <a:gd name="connsiteX21-515" fmla="*/ 5342334 w 5342334"/>
              <a:gd name="connsiteY21-516" fmla="*/ 4140580 h 5785910"/>
              <a:gd name="connsiteX22-517" fmla="*/ 4844706 w 5342334"/>
              <a:gd name="connsiteY22-518" fmla="*/ 4606676 h 5785910"/>
              <a:gd name="connsiteX23-519" fmla="*/ 4790537 w 5342334"/>
              <a:gd name="connsiteY23-520" fmla="*/ 4596433 h 5785910"/>
              <a:gd name="connsiteX24-521" fmla="*/ 4802287 w 5342334"/>
              <a:gd name="connsiteY24-522" fmla="*/ 4606672 h 5785910"/>
              <a:gd name="connsiteX25-523" fmla="*/ 5191248 w 5342334"/>
              <a:gd name="connsiteY25-524" fmla="*/ 4997228 h 5785910"/>
              <a:gd name="connsiteX26-525" fmla="*/ 4866278 w 5342334"/>
              <a:gd name="connsiteY26-526" fmla="*/ 5435572 h 5785910"/>
              <a:gd name="connsiteX27-527" fmla="*/ 4581456 w 5342334"/>
              <a:gd name="connsiteY27-528" fmla="*/ 5443059 h 5785910"/>
              <a:gd name="connsiteX28-529" fmla="*/ 4593578 w 5342334"/>
              <a:gd name="connsiteY28-530" fmla="*/ 5444848 h 5785910"/>
              <a:gd name="connsiteX29-531" fmla="*/ 4581281 w 5342334"/>
              <a:gd name="connsiteY29-532" fmla="*/ 5445228 h 5785910"/>
              <a:gd name="connsiteX30-533" fmla="*/ 2168410 w 5342334"/>
              <a:gd name="connsiteY30-534" fmla="*/ 5525146 h 5785910"/>
              <a:gd name="connsiteX31-535" fmla="*/ 1445968 w 5342334"/>
              <a:gd name="connsiteY31-536" fmla="*/ 3310386 h 5785910"/>
              <a:gd name="connsiteX32-537" fmla="*/ 1441770 w 5342334"/>
              <a:gd name="connsiteY32-538" fmla="*/ 2943473 h 5785910"/>
              <a:gd name="connsiteX33-539" fmla="*/ 1514723 w 5342334"/>
              <a:gd name="connsiteY33-540" fmla="*/ 2929703 h 5785910"/>
              <a:gd name="connsiteX34-541" fmla="*/ 1975047 w 5342334"/>
              <a:gd name="connsiteY34-542" fmla="*/ 2725675 h 5785910"/>
              <a:gd name="connsiteX35-543" fmla="*/ 2654934 w 5342334"/>
              <a:gd name="connsiteY35-544" fmla="*/ 1630299 h 5785910"/>
              <a:gd name="connsiteX36-545" fmla="*/ 3108192 w 5342334"/>
              <a:gd name="connsiteY36-546" fmla="*/ 686009 h 5785910"/>
              <a:gd name="connsiteX37-547" fmla="*/ 3334821 w 5342334"/>
              <a:gd name="connsiteY37-548" fmla="*/ 6121 h 5785910"/>
              <a:gd name="connsiteX38-549" fmla="*/ 3380735 w 5342334"/>
              <a:gd name="connsiteY38-550" fmla="*/ 118 h 5785910"/>
              <a:gd name="connsiteX0-551" fmla="*/ 1438934 w 5342334"/>
              <a:gd name="connsiteY0-552" fmla="*/ 2944008 h 5785910"/>
              <a:gd name="connsiteX1-553" fmla="*/ 1441770 w 5342334"/>
              <a:gd name="connsiteY1-554" fmla="*/ 2943473 h 5785910"/>
              <a:gd name="connsiteX2-555" fmla="*/ 1438934 w 5342334"/>
              <a:gd name="connsiteY2-556" fmla="*/ 2944008 h 5785910"/>
              <a:gd name="connsiteX3-557" fmla="*/ 1354605 w 5342334"/>
              <a:gd name="connsiteY3-558" fmla="*/ 2912708 h 5785910"/>
              <a:gd name="connsiteX4-559" fmla="*/ 1428080 w 5342334"/>
              <a:gd name="connsiteY4-560" fmla="*/ 2945087 h 5785910"/>
              <a:gd name="connsiteX5-561" fmla="*/ 1423906 w 5342334"/>
              <a:gd name="connsiteY5-562" fmla="*/ 3323230 h 5785910"/>
              <a:gd name="connsiteX6-563" fmla="*/ 2146318 w 5342334"/>
              <a:gd name="connsiteY6-564" fmla="*/ 5548257 h 5785910"/>
              <a:gd name="connsiteX7-565" fmla="*/ 2115204 w 5342334"/>
              <a:gd name="connsiteY7-566" fmla="*/ 5553206 h 5785910"/>
              <a:gd name="connsiteX8-567" fmla="*/ 1246460 w 5342334"/>
              <a:gd name="connsiteY8-568" fmla="*/ 5785910 h 5785910"/>
              <a:gd name="connsiteX9-569" fmla="*/ 0 w 5342334"/>
              <a:gd name="connsiteY9-570" fmla="*/ 3148605 h 5785910"/>
              <a:gd name="connsiteX10-571" fmla="*/ 1262428 w 5342334"/>
              <a:gd name="connsiteY10-572" fmla="*/ 2938106 h 5785910"/>
              <a:gd name="connsiteX11-573" fmla="*/ 1354605 w 5342334"/>
              <a:gd name="connsiteY11-574" fmla="*/ 2912708 h 5785910"/>
              <a:gd name="connsiteX12-575" fmla="*/ 3380735 w 5342334"/>
              <a:gd name="connsiteY12-576" fmla="*/ 118 h 5785910"/>
              <a:gd name="connsiteX13-577" fmla="*/ 3863622 w 5342334"/>
              <a:gd name="connsiteY13-578" fmla="*/ 912639 h 5785910"/>
              <a:gd name="connsiteX14-579" fmla="*/ 3674765 w 5342334"/>
              <a:gd name="connsiteY14-580" fmla="*/ 2045786 h 5785910"/>
              <a:gd name="connsiteX15-581" fmla="*/ 4585837 w 5342334"/>
              <a:gd name="connsiteY15-582" fmla="*/ 2046833 h 5785910"/>
              <a:gd name="connsiteX16-583" fmla="*/ 4775401 w 5342334"/>
              <a:gd name="connsiteY16-584" fmla="*/ 2003486 h 5785910"/>
              <a:gd name="connsiteX17-585" fmla="*/ 5203724 w 5342334"/>
              <a:gd name="connsiteY17-586" fmla="*/ 2381935 h 5785910"/>
              <a:gd name="connsiteX18-587" fmla="*/ 4980124 w 5342334"/>
              <a:gd name="connsiteY18-588" fmla="*/ 2705696 h 5785910"/>
              <a:gd name="connsiteX19-589" fmla="*/ 5342334 w 5342334"/>
              <a:gd name="connsiteY19-590" fmla="*/ 3258997 h 5785910"/>
              <a:gd name="connsiteX20-591" fmla="*/ 5107100 w 5342334"/>
              <a:gd name="connsiteY20-592" fmla="*/ 3754493 h 5785910"/>
              <a:gd name="connsiteX21-593" fmla="*/ 5342334 w 5342334"/>
              <a:gd name="connsiteY21-594" fmla="*/ 4140580 h 5785910"/>
              <a:gd name="connsiteX22-595" fmla="*/ 4844706 w 5342334"/>
              <a:gd name="connsiteY22-596" fmla="*/ 4606676 h 5785910"/>
              <a:gd name="connsiteX23-597" fmla="*/ 4790537 w 5342334"/>
              <a:gd name="connsiteY23-598" fmla="*/ 4596433 h 5785910"/>
              <a:gd name="connsiteX24-599" fmla="*/ 4802287 w 5342334"/>
              <a:gd name="connsiteY24-600" fmla="*/ 4606672 h 5785910"/>
              <a:gd name="connsiteX25-601" fmla="*/ 5191248 w 5342334"/>
              <a:gd name="connsiteY25-602" fmla="*/ 4997228 h 5785910"/>
              <a:gd name="connsiteX26-603" fmla="*/ 4866278 w 5342334"/>
              <a:gd name="connsiteY26-604" fmla="*/ 5435572 h 5785910"/>
              <a:gd name="connsiteX27-605" fmla="*/ 4581456 w 5342334"/>
              <a:gd name="connsiteY27-606" fmla="*/ 5443059 h 5785910"/>
              <a:gd name="connsiteX28-607" fmla="*/ 4593578 w 5342334"/>
              <a:gd name="connsiteY28-608" fmla="*/ 5444848 h 5785910"/>
              <a:gd name="connsiteX29-609" fmla="*/ 4581281 w 5342334"/>
              <a:gd name="connsiteY29-610" fmla="*/ 5445228 h 5785910"/>
              <a:gd name="connsiteX30-611" fmla="*/ 2168410 w 5342334"/>
              <a:gd name="connsiteY30-612" fmla="*/ 5525146 h 5785910"/>
              <a:gd name="connsiteX31-613" fmla="*/ 1445968 w 5342334"/>
              <a:gd name="connsiteY31-614" fmla="*/ 3310386 h 5785910"/>
              <a:gd name="connsiteX32-615" fmla="*/ 1441770 w 5342334"/>
              <a:gd name="connsiteY32-616" fmla="*/ 2943473 h 5785910"/>
              <a:gd name="connsiteX33-617" fmla="*/ 1514723 w 5342334"/>
              <a:gd name="connsiteY33-618" fmla="*/ 2929703 h 5785910"/>
              <a:gd name="connsiteX34-619" fmla="*/ 1975047 w 5342334"/>
              <a:gd name="connsiteY34-620" fmla="*/ 2725675 h 5785910"/>
              <a:gd name="connsiteX35-621" fmla="*/ 2654934 w 5342334"/>
              <a:gd name="connsiteY35-622" fmla="*/ 1630299 h 5785910"/>
              <a:gd name="connsiteX36-623" fmla="*/ 3108192 w 5342334"/>
              <a:gd name="connsiteY36-624" fmla="*/ 686009 h 5785910"/>
              <a:gd name="connsiteX37-625" fmla="*/ 3334821 w 5342334"/>
              <a:gd name="connsiteY37-626" fmla="*/ 6121 h 5785910"/>
              <a:gd name="connsiteX38-627" fmla="*/ 3380735 w 5342334"/>
              <a:gd name="connsiteY38-628" fmla="*/ 118 h 5785910"/>
              <a:gd name="connsiteX0-629" fmla="*/ 1438934 w 5342334"/>
              <a:gd name="connsiteY0-630" fmla="*/ 2944008 h 5785910"/>
              <a:gd name="connsiteX1-631" fmla="*/ 1441770 w 5342334"/>
              <a:gd name="connsiteY1-632" fmla="*/ 2943473 h 5785910"/>
              <a:gd name="connsiteX2-633" fmla="*/ 1438934 w 5342334"/>
              <a:gd name="connsiteY2-634" fmla="*/ 2944008 h 5785910"/>
              <a:gd name="connsiteX3-635" fmla="*/ 1354605 w 5342334"/>
              <a:gd name="connsiteY3-636" fmla="*/ 2912708 h 5785910"/>
              <a:gd name="connsiteX4-637" fmla="*/ 1423317 w 5342334"/>
              <a:gd name="connsiteY4-638" fmla="*/ 2947468 h 5785910"/>
              <a:gd name="connsiteX5-639" fmla="*/ 1423906 w 5342334"/>
              <a:gd name="connsiteY5-640" fmla="*/ 3323230 h 5785910"/>
              <a:gd name="connsiteX6-641" fmla="*/ 2146318 w 5342334"/>
              <a:gd name="connsiteY6-642" fmla="*/ 5548257 h 5785910"/>
              <a:gd name="connsiteX7-643" fmla="*/ 2115204 w 5342334"/>
              <a:gd name="connsiteY7-644" fmla="*/ 5553206 h 5785910"/>
              <a:gd name="connsiteX8-645" fmla="*/ 1246460 w 5342334"/>
              <a:gd name="connsiteY8-646" fmla="*/ 5785910 h 5785910"/>
              <a:gd name="connsiteX9-647" fmla="*/ 0 w 5342334"/>
              <a:gd name="connsiteY9-648" fmla="*/ 3148605 h 5785910"/>
              <a:gd name="connsiteX10-649" fmla="*/ 1262428 w 5342334"/>
              <a:gd name="connsiteY10-650" fmla="*/ 2938106 h 5785910"/>
              <a:gd name="connsiteX11-651" fmla="*/ 1354605 w 5342334"/>
              <a:gd name="connsiteY11-652" fmla="*/ 2912708 h 5785910"/>
              <a:gd name="connsiteX12-653" fmla="*/ 3380735 w 5342334"/>
              <a:gd name="connsiteY12-654" fmla="*/ 118 h 5785910"/>
              <a:gd name="connsiteX13-655" fmla="*/ 3863622 w 5342334"/>
              <a:gd name="connsiteY13-656" fmla="*/ 912639 h 5785910"/>
              <a:gd name="connsiteX14-657" fmla="*/ 3674765 w 5342334"/>
              <a:gd name="connsiteY14-658" fmla="*/ 2045786 h 5785910"/>
              <a:gd name="connsiteX15-659" fmla="*/ 4585837 w 5342334"/>
              <a:gd name="connsiteY15-660" fmla="*/ 2046833 h 5785910"/>
              <a:gd name="connsiteX16-661" fmla="*/ 4775401 w 5342334"/>
              <a:gd name="connsiteY16-662" fmla="*/ 2003486 h 5785910"/>
              <a:gd name="connsiteX17-663" fmla="*/ 5203724 w 5342334"/>
              <a:gd name="connsiteY17-664" fmla="*/ 2381935 h 5785910"/>
              <a:gd name="connsiteX18-665" fmla="*/ 4980124 w 5342334"/>
              <a:gd name="connsiteY18-666" fmla="*/ 2705696 h 5785910"/>
              <a:gd name="connsiteX19-667" fmla="*/ 5342334 w 5342334"/>
              <a:gd name="connsiteY19-668" fmla="*/ 3258997 h 5785910"/>
              <a:gd name="connsiteX20-669" fmla="*/ 5107100 w 5342334"/>
              <a:gd name="connsiteY20-670" fmla="*/ 3754493 h 5785910"/>
              <a:gd name="connsiteX21-671" fmla="*/ 5342334 w 5342334"/>
              <a:gd name="connsiteY21-672" fmla="*/ 4140580 h 5785910"/>
              <a:gd name="connsiteX22-673" fmla="*/ 4844706 w 5342334"/>
              <a:gd name="connsiteY22-674" fmla="*/ 4606676 h 5785910"/>
              <a:gd name="connsiteX23-675" fmla="*/ 4790537 w 5342334"/>
              <a:gd name="connsiteY23-676" fmla="*/ 4596433 h 5785910"/>
              <a:gd name="connsiteX24-677" fmla="*/ 4802287 w 5342334"/>
              <a:gd name="connsiteY24-678" fmla="*/ 4606672 h 5785910"/>
              <a:gd name="connsiteX25-679" fmla="*/ 5191248 w 5342334"/>
              <a:gd name="connsiteY25-680" fmla="*/ 4997228 h 5785910"/>
              <a:gd name="connsiteX26-681" fmla="*/ 4866278 w 5342334"/>
              <a:gd name="connsiteY26-682" fmla="*/ 5435572 h 5785910"/>
              <a:gd name="connsiteX27-683" fmla="*/ 4581456 w 5342334"/>
              <a:gd name="connsiteY27-684" fmla="*/ 5443059 h 5785910"/>
              <a:gd name="connsiteX28-685" fmla="*/ 4593578 w 5342334"/>
              <a:gd name="connsiteY28-686" fmla="*/ 5444848 h 5785910"/>
              <a:gd name="connsiteX29-687" fmla="*/ 4581281 w 5342334"/>
              <a:gd name="connsiteY29-688" fmla="*/ 5445228 h 5785910"/>
              <a:gd name="connsiteX30-689" fmla="*/ 2168410 w 5342334"/>
              <a:gd name="connsiteY30-690" fmla="*/ 5525146 h 5785910"/>
              <a:gd name="connsiteX31-691" fmla="*/ 1445968 w 5342334"/>
              <a:gd name="connsiteY31-692" fmla="*/ 3310386 h 5785910"/>
              <a:gd name="connsiteX32-693" fmla="*/ 1441770 w 5342334"/>
              <a:gd name="connsiteY32-694" fmla="*/ 2943473 h 5785910"/>
              <a:gd name="connsiteX33-695" fmla="*/ 1514723 w 5342334"/>
              <a:gd name="connsiteY33-696" fmla="*/ 2929703 h 5785910"/>
              <a:gd name="connsiteX34-697" fmla="*/ 1975047 w 5342334"/>
              <a:gd name="connsiteY34-698" fmla="*/ 2725675 h 5785910"/>
              <a:gd name="connsiteX35-699" fmla="*/ 2654934 w 5342334"/>
              <a:gd name="connsiteY35-700" fmla="*/ 1630299 h 5785910"/>
              <a:gd name="connsiteX36-701" fmla="*/ 3108192 w 5342334"/>
              <a:gd name="connsiteY36-702" fmla="*/ 686009 h 5785910"/>
              <a:gd name="connsiteX37-703" fmla="*/ 3334821 w 5342334"/>
              <a:gd name="connsiteY37-704" fmla="*/ 6121 h 5785910"/>
              <a:gd name="connsiteX38-705" fmla="*/ 3380735 w 5342334"/>
              <a:gd name="connsiteY38-706" fmla="*/ 118 h 5785910"/>
              <a:gd name="connsiteX0-707" fmla="*/ 1438934 w 5342334"/>
              <a:gd name="connsiteY0-708" fmla="*/ 2944008 h 5785910"/>
              <a:gd name="connsiteX1-709" fmla="*/ 1441770 w 5342334"/>
              <a:gd name="connsiteY1-710" fmla="*/ 2943473 h 5785910"/>
              <a:gd name="connsiteX2-711" fmla="*/ 1438934 w 5342334"/>
              <a:gd name="connsiteY2-712" fmla="*/ 2944008 h 5785910"/>
              <a:gd name="connsiteX3-713" fmla="*/ 1354605 w 5342334"/>
              <a:gd name="connsiteY3-714" fmla="*/ 2912708 h 5785910"/>
              <a:gd name="connsiteX4-715" fmla="*/ 1423317 w 5342334"/>
              <a:gd name="connsiteY4-716" fmla="*/ 2947468 h 5785910"/>
              <a:gd name="connsiteX5-717" fmla="*/ 1423906 w 5342334"/>
              <a:gd name="connsiteY5-718" fmla="*/ 3323230 h 5785910"/>
              <a:gd name="connsiteX6-719" fmla="*/ 2146318 w 5342334"/>
              <a:gd name="connsiteY6-720" fmla="*/ 5548257 h 5785910"/>
              <a:gd name="connsiteX7-721" fmla="*/ 2115204 w 5342334"/>
              <a:gd name="connsiteY7-722" fmla="*/ 5553206 h 5785910"/>
              <a:gd name="connsiteX8-723" fmla="*/ 1246460 w 5342334"/>
              <a:gd name="connsiteY8-724" fmla="*/ 5785910 h 5785910"/>
              <a:gd name="connsiteX9-725" fmla="*/ 0 w 5342334"/>
              <a:gd name="connsiteY9-726" fmla="*/ 3148605 h 5785910"/>
              <a:gd name="connsiteX10-727" fmla="*/ 1262428 w 5342334"/>
              <a:gd name="connsiteY10-728" fmla="*/ 2938106 h 5785910"/>
              <a:gd name="connsiteX11-729" fmla="*/ 1354605 w 5342334"/>
              <a:gd name="connsiteY11-730" fmla="*/ 2912708 h 5785910"/>
              <a:gd name="connsiteX12-731" fmla="*/ 3380735 w 5342334"/>
              <a:gd name="connsiteY12-732" fmla="*/ 118 h 5785910"/>
              <a:gd name="connsiteX13-733" fmla="*/ 3863622 w 5342334"/>
              <a:gd name="connsiteY13-734" fmla="*/ 912639 h 5785910"/>
              <a:gd name="connsiteX14-735" fmla="*/ 3674765 w 5342334"/>
              <a:gd name="connsiteY14-736" fmla="*/ 2045786 h 5785910"/>
              <a:gd name="connsiteX15-737" fmla="*/ 4585837 w 5342334"/>
              <a:gd name="connsiteY15-738" fmla="*/ 2046833 h 5785910"/>
              <a:gd name="connsiteX16-739" fmla="*/ 4775401 w 5342334"/>
              <a:gd name="connsiteY16-740" fmla="*/ 2003486 h 5785910"/>
              <a:gd name="connsiteX17-741" fmla="*/ 5203724 w 5342334"/>
              <a:gd name="connsiteY17-742" fmla="*/ 2381935 h 5785910"/>
              <a:gd name="connsiteX18-743" fmla="*/ 4980124 w 5342334"/>
              <a:gd name="connsiteY18-744" fmla="*/ 2705696 h 5785910"/>
              <a:gd name="connsiteX19-745" fmla="*/ 5342334 w 5342334"/>
              <a:gd name="connsiteY19-746" fmla="*/ 3258997 h 5785910"/>
              <a:gd name="connsiteX20-747" fmla="*/ 5107100 w 5342334"/>
              <a:gd name="connsiteY20-748" fmla="*/ 3754493 h 5785910"/>
              <a:gd name="connsiteX21-749" fmla="*/ 5342334 w 5342334"/>
              <a:gd name="connsiteY21-750" fmla="*/ 4140580 h 5785910"/>
              <a:gd name="connsiteX22-751" fmla="*/ 4844706 w 5342334"/>
              <a:gd name="connsiteY22-752" fmla="*/ 4606676 h 5785910"/>
              <a:gd name="connsiteX23-753" fmla="*/ 4790537 w 5342334"/>
              <a:gd name="connsiteY23-754" fmla="*/ 4596433 h 5785910"/>
              <a:gd name="connsiteX24-755" fmla="*/ 4802287 w 5342334"/>
              <a:gd name="connsiteY24-756" fmla="*/ 4606672 h 5785910"/>
              <a:gd name="connsiteX25-757" fmla="*/ 5191248 w 5342334"/>
              <a:gd name="connsiteY25-758" fmla="*/ 4997228 h 5785910"/>
              <a:gd name="connsiteX26-759" fmla="*/ 4866278 w 5342334"/>
              <a:gd name="connsiteY26-760" fmla="*/ 5435572 h 5785910"/>
              <a:gd name="connsiteX27-761" fmla="*/ 4581456 w 5342334"/>
              <a:gd name="connsiteY27-762" fmla="*/ 5443059 h 5785910"/>
              <a:gd name="connsiteX28-763" fmla="*/ 4593578 w 5342334"/>
              <a:gd name="connsiteY28-764" fmla="*/ 5444848 h 5785910"/>
              <a:gd name="connsiteX29-765" fmla="*/ 4581281 w 5342334"/>
              <a:gd name="connsiteY29-766" fmla="*/ 5445228 h 5785910"/>
              <a:gd name="connsiteX30-767" fmla="*/ 2168410 w 5342334"/>
              <a:gd name="connsiteY30-768" fmla="*/ 5525146 h 5785910"/>
              <a:gd name="connsiteX31-769" fmla="*/ 1445968 w 5342334"/>
              <a:gd name="connsiteY31-770" fmla="*/ 3310386 h 5785910"/>
              <a:gd name="connsiteX32-771" fmla="*/ 1441770 w 5342334"/>
              <a:gd name="connsiteY32-772" fmla="*/ 2943473 h 5785910"/>
              <a:gd name="connsiteX33-773" fmla="*/ 1514723 w 5342334"/>
              <a:gd name="connsiteY33-774" fmla="*/ 2929703 h 5785910"/>
              <a:gd name="connsiteX34-775" fmla="*/ 1975047 w 5342334"/>
              <a:gd name="connsiteY34-776" fmla="*/ 2725675 h 5785910"/>
              <a:gd name="connsiteX35-777" fmla="*/ 2654934 w 5342334"/>
              <a:gd name="connsiteY35-778" fmla="*/ 1630299 h 5785910"/>
              <a:gd name="connsiteX36-779" fmla="*/ 3108192 w 5342334"/>
              <a:gd name="connsiteY36-780" fmla="*/ 686009 h 5785910"/>
              <a:gd name="connsiteX37-781" fmla="*/ 3334821 w 5342334"/>
              <a:gd name="connsiteY37-782" fmla="*/ 6121 h 5785910"/>
              <a:gd name="connsiteX38-783" fmla="*/ 3380735 w 5342334"/>
              <a:gd name="connsiteY38-784" fmla="*/ 118 h 5785910"/>
              <a:gd name="connsiteX0-785" fmla="*/ 1438934 w 5342334"/>
              <a:gd name="connsiteY0-786" fmla="*/ 2944008 h 5785910"/>
              <a:gd name="connsiteX1-787" fmla="*/ 1441770 w 5342334"/>
              <a:gd name="connsiteY1-788" fmla="*/ 2943473 h 5785910"/>
              <a:gd name="connsiteX2-789" fmla="*/ 1438934 w 5342334"/>
              <a:gd name="connsiteY2-790" fmla="*/ 2944008 h 5785910"/>
              <a:gd name="connsiteX3-791" fmla="*/ 1354605 w 5342334"/>
              <a:gd name="connsiteY3-792" fmla="*/ 2912708 h 5785910"/>
              <a:gd name="connsiteX4-793" fmla="*/ 1423317 w 5342334"/>
              <a:gd name="connsiteY4-794" fmla="*/ 2947468 h 5785910"/>
              <a:gd name="connsiteX5-795" fmla="*/ 1423906 w 5342334"/>
              <a:gd name="connsiteY5-796" fmla="*/ 3323230 h 5785910"/>
              <a:gd name="connsiteX6-797" fmla="*/ 2146318 w 5342334"/>
              <a:gd name="connsiteY6-798" fmla="*/ 5548257 h 5785910"/>
              <a:gd name="connsiteX7-799" fmla="*/ 2115204 w 5342334"/>
              <a:gd name="connsiteY7-800" fmla="*/ 5553206 h 5785910"/>
              <a:gd name="connsiteX8-801" fmla="*/ 1246460 w 5342334"/>
              <a:gd name="connsiteY8-802" fmla="*/ 5785910 h 5785910"/>
              <a:gd name="connsiteX9-803" fmla="*/ 0 w 5342334"/>
              <a:gd name="connsiteY9-804" fmla="*/ 3148605 h 5785910"/>
              <a:gd name="connsiteX10-805" fmla="*/ 1262428 w 5342334"/>
              <a:gd name="connsiteY10-806" fmla="*/ 2938106 h 5785910"/>
              <a:gd name="connsiteX11-807" fmla="*/ 1354605 w 5342334"/>
              <a:gd name="connsiteY11-808" fmla="*/ 2912708 h 5785910"/>
              <a:gd name="connsiteX12-809" fmla="*/ 3380735 w 5342334"/>
              <a:gd name="connsiteY12-810" fmla="*/ 118 h 5785910"/>
              <a:gd name="connsiteX13-811" fmla="*/ 3863622 w 5342334"/>
              <a:gd name="connsiteY13-812" fmla="*/ 912639 h 5785910"/>
              <a:gd name="connsiteX14-813" fmla="*/ 3674765 w 5342334"/>
              <a:gd name="connsiteY14-814" fmla="*/ 2045786 h 5785910"/>
              <a:gd name="connsiteX15-815" fmla="*/ 4585837 w 5342334"/>
              <a:gd name="connsiteY15-816" fmla="*/ 2046833 h 5785910"/>
              <a:gd name="connsiteX16-817" fmla="*/ 4775401 w 5342334"/>
              <a:gd name="connsiteY16-818" fmla="*/ 2003486 h 5785910"/>
              <a:gd name="connsiteX17-819" fmla="*/ 5203724 w 5342334"/>
              <a:gd name="connsiteY17-820" fmla="*/ 2381935 h 5785910"/>
              <a:gd name="connsiteX18-821" fmla="*/ 4980124 w 5342334"/>
              <a:gd name="connsiteY18-822" fmla="*/ 2705696 h 5785910"/>
              <a:gd name="connsiteX19-823" fmla="*/ 5342334 w 5342334"/>
              <a:gd name="connsiteY19-824" fmla="*/ 3258997 h 5785910"/>
              <a:gd name="connsiteX20-825" fmla="*/ 5107100 w 5342334"/>
              <a:gd name="connsiteY20-826" fmla="*/ 3754493 h 5785910"/>
              <a:gd name="connsiteX21-827" fmla="*/ 5342334 w 5342334"/>
              <a:gd name="connsiteY21-828" fmla="*/ 4140580 h 5785910"/>
              <a:gd name="connsiteX22-829" fmla="*/ 4844706 w 5342334"/>
              <a:gd name="connsiteY22-830" fmla="*/ 4606676 h 5785910"/>
              <a:gd name="connsiteX23-831" fmla="*/ 4790537 w 5342334"/>
              <a:gd name="connsiteY23-832" fmla="*/ 4596433 h 5785910"/>
              <a:gd name="connsiteX24-833" fmla="*/ 4802287 w 5342334"/>
              <a:gd name="connsiteY24-834" fmla="*/ 4606672 h 5785910"/>
              <a:gd name="connsiteX25-835" fmla="*/ 5191248 w 5342334"/>
              <a:gd name="connsiteY25-836" fmla="*/ 4997228 h 5785910"/>
              <a:gd name="connsiteX26-837" fmla="*/ 4866278 w 5342334"/>
              <a:gd name="connsiteY26-838" fmla="*/ 5435572 h 5785910"/>
              <a:gd name="connsiteX27-839" fmla="*/ 4581456 w 5342334"/>
              <a:gd name="connsiteY27-840" fmla="*/ 5443059 h 5785910"/>
              <a:gd name="connsiteX28-841" fmla="*/ 4593578 w 5342334"/>
              <a:gd name="connsiteY28-842" fmla="*/ 5444848 h 5785910"/>
              <a:gd name="connsiteX29-843" fmla="*/ 4581281 w 5342334"/>
              <a:gd name="connsiteY29-844" fmla="*/ 5445228 h 5785910"/>
              <a:gd name="connsiteX30-845" fmla="*/ 2168410 w 5342334"/>
              <a:gd name="connsiteY30-846" fmla="*/ 5525146 h 5785910"/>
              <a:gd name="connsiteX31-847" fmla="*/ 1445968 w 5342334"/>
              <a:gd name="connsiteY31-848" fmla="*/ 3310386 h 5785910"/>
              <a:gd name="connsiteX32-849" fmla="*/ 1441770 w 5342334"/>
              <a:gd name="connsiteY32-850" fmla="*/ 2943473 h 5785910"/>
              <a:gd name="connsiteX33-851" fmla="*/ 1514723 w 5342334"/>
              <a:gd name="connsiteY33-852" fmla="*/ 2929703 h 5785910"/>
              <a:gd name="connsiteX34-853" fmla="*/ 1975047 w 5342334"/>
              <a:gd name="connsiteY34-854" fmla="*/ 2725675 h 5785910"/>
              <a:gd name="connsiteX35-855" fmla="*/ 2654934 w 5342334"/>
              <a:gd name="connsiteY35-856" fmla="*/ 1630299 h 5785910"/>
              <a:gd name="connsiteX36-857" fmla="*/ 3108192 w 5342334"/>
              <a:gd name="connsiteY36-858" fmla="*/ 686009 h 5785910"/>
              <a:gd name="connsiteX37-859" fmla="*/ 3334821 w 5342334"/>
              <a:gd name="connsiteY37-860" fmla="*/ 6121 h 5785910"/>
              <a:gd name="connsiteX38-861" fmla="*/ 3380735 w 5342334"/>
              <a:gd name="connsiteY38-862" fmla="*/ 118 h 5785910"/>
              <a:gd name="connsiteX0-863" fmla="*/ 1438934 w 5342334"/>
              <a:gd name="connsiteY0-864" fmla="*/ 2944008 h 5785910"/>
              <a:gd name="connsiteX1-865" fmla="*/ 1441770 w 5342334"/>
              <a:gd name="connsiteY1-866" fmla="*/ 2943473 h 5785910"/>
              <a:gd name="connsiteX2-867" fmla="*/ 1438934 w 5342334"/>
              <a:gd name="connsiteY2-868" fmla="*/ 2944008 h 5785910"/>
              <a:gd name="connsiteX3-869" fmla="*/ 1354605 w 5342334"/>
              <a:gd name="connsiteY3-870" fmla="*/ 2912708 h 5785910"/>
              <a:gd name="connsiteX4-871" fmla="*/ 1423317 w 5342334"/>
              <a:gd name="connsiteY4-872" fmla="*/ 2947468 h 5785910"/>
              <a:gd name="connsiteX5-873" fmla="*/ 1421525 w 5342334"/>
              <a:gd name="connsiteY5-874" fmla="*/ 3320849 h 5785910"/>
              <a:gd name="connsiteX6-875" fmla="*/ 2146318 w 5342334"/>
              <a:gd name="connsiteY6-876" fmla="*/ 5548257 h 5785910"/>
              <a:gd name="connsiteX7-877" fmla="*/ 2115204 w 5342334"/>
              <a:gd name="connsiteY7-878" fmla="*/ 5553206 h 5785910"/>
              <a:gd name="connsiteX8-879" fmla="*/ 1246460 w 5342334"/>
              <a:gd name="connsiteY8-880" fmla="*/ 5785910 h 5785910"/>
              <a:gd name="connsiteX9-881" fmla="*/ 0 w 5342334"/>
              <a:gd name="connsiteY9-882" fmla="*/ 3148605 h 5785910"/>
              <a:gd name="connsiteX10-883" fmla="*/ 1262428 w 5342334"/>
              <a:gd name="connsiteY10-884" fmla="*/ 2938106 h 5785910"/>
              <a:gd name="connsiteX11-885" fmla="*/ 1354605 w 5342334"/>
              <a:gd name="connsiteY11-886" fmla="*/ 2912708 h 5785910"/>
              <a:gd name="connsiteX12-887" fmla="*/ 3380735 w 5342334"/>
              <a:gd name="connsiteY12-888" fmla="*/ 118 h 5785910"/>
              <a:gd name="connsiteX13-889" fmla="*/ 3863622 w 5342334"/>
              <a:gd name="connsiteY13-890" fmla="*/ 912639 h 5785910"/>
              <a:gd name="connsiteX14-891" fmla="*/ 3674765 w 5342334"/>
              <a:gd name="connsiteY14-892" fmla="*/ 2045786 h 5785910"/>
              <a:gd name="connsiteX15-893" fmla="*/ 4585837 w 5342334"/>
              <a:gd name="connsiteY15-894" fmla="*/ 2046833 h 5785910"/>
              <a:gd name="connsiteX16-895" fmla="*/ 4775401 w 5342334"/>
              <a:gd name="connsiteY16-896" fmla="*/ 2003486 h 5785910"/>
              <a:gd name="connsiteX17-897" fmla="*/ 5203724 w 5342334"/>
              <a:gd name="connsiteY17-898" fmla="*/ 2381935 h 5785910"/>
              <a:gd name="connsiteX18-899" fmla="*/ 4980124 w 5342334"/>
              <a:gd name="connsiteY18-900" fmla="*/ 2705696 h 5785910"/>
              <a:gd name="connsiteX19-901" fmla="*/ 5342334 w 5342334"/>
              <a:gd name="connsiteY19-902" fmla="*/ 3258997 h 5785910"/>
              <a:gd name="connsiteX20-903" fmla="*/ 5107100 w 5342334"/>
              <a:gd name="connsiteY20-904" fmla="*/ 3754493 h 5785910"/>
              <a:gd name="connsiteX21-905" fmla="*/ 5342334 w 5342334"/>
              <a:gd name="connsiteY21-906" fmla="*/ 4140580 h 5785910"/>
              <a:gd name="connsiteX22-907" fmla="*/ 4844706 w 5342334"/>
              <a:gd name="connsiteY22-908" fmla="*/ 4606676 h 5785910"/>
              <a:gd name="connsiteX23-909" fmla="*/ 4790537 w 5342334"/>
              <a:gd name="connsiteY23-910" fmla="*/ 4596433 h 5785910"/>
              <a:gd name="connsiteX24-911" fmla="*/ 4802287 w 5342334"/>
              <a:gd name="connsiteY24-912" fmla="*/ 4606672 h 5785910"/>
              <a:gd name="connsiteX25-913" fmla="*/ 5191248 w 5342334"/>
              <a:gd name="connsiteY25-914" fmla="*/ 4997228 h 5785910"/>
              <a:gd name="connsiteX26-915" fmla="*/ 4866278 w 5342334"/>
              <a:gd name="connsiteY26-916" fmla="*/ 5435572 h 5785910"/>
              <a:gd name="connsiteX27-917" fmla="*/ 4581456 w 5342334"/>
              <a:gd name="connsiteY27-918" fmla="*/ 5443059 h 5785910"/>
              <a:gd name="connsiteX28-919" fmla="*/ 4593578 w 5342334"/>
              <a:gd name="connsiteY28-920" fmla="*/ 5444848 h 5785910"/>
              <a:gd name="connsiteX29-921" fmla="*/ 4581281 w 5342334"/>
              <a:gd name="connsiteY29-922" fmla="*/ 5445228 h 5785910"/>
              <a:gd name="connsiteX30-923" fmla="*/ 2168410 w 5342334"/>
              <a:gd name="connsiteY30-924" fmla="*/ 5525146 h 5785910"/>
              <a:gd name="connsiteX31-925" fmla="*/ 1445968 w 5342334"/>
              <a:gd name="connsiteY31-926" fmla="*/ 3310386 h 5785910"/>
              <a:gd name="connsiteX32-927" fmla="*/ 1441770 w 5342334"/>
              <a:gd name="connsiteY32-928" fmla="*/ 2943473 h 5785910"/>
              <a:gd name="connsiteX33-929" fmla="*/ 1514723 w 5342334"/>
              <a:gd name="connsiteY33-930" fmla="*/ 2929703 h 5785910"/>
              <a:gd name="connsiteX34-931" fmla="*/ 1975047 w 5342334"/>
              <a:gd name="connsiteY34-932" fmla="*/ 2725675 h 5785910"/>
              <a:gd name="connsiteX35-933" fmla="*/ 2654934 w 5342334"/>
              <a:gd name="connsiteY35-934" fmla="*/ 1630299 h 5785910"/>
              <a:gd name="connsiteX36-935" fmla="*/ 3108192 w 5342334"/>
              <a:gd name="connsiteY36-936" fmla="*/ 686009 h 5785910"/>
              <a:gd name="connsiteX37-937" fmla="*/ 3334821 w 5342334"/>
              <a:gd name="connsiteY37-938" fmla="*/ 6121 h 5785910"/>
              <a:gd name="connsiteX38-939" fmla="*/ 3380735 w 5342334"/>
              <a:gd name="connsiteY38-940" fmla="*/ 118 h 5785910"/>
              <a:gd name="connsiteX0-941" fmla="*/ 1438934 w 5342334"/>
              <a:gd name="connsiteY0-942" fmla="*/ 2944008 h 5785910"/>
              <a:gd name="connsiteX1-943" fmla="*/ 1441770 w 5342334"/>
              <a:gd name="connsiteY1-944" fmla="*/ 2943473 h 5785910"/>
              <a:gd name="connsiteX2-945" fmla="*/ 1438934 w 5342334"/>
              <a:gd name="connsiteY2-946" fmla="*/ 2944008 h 5785910"/>
              <a:gd name="connsiteX3-947" fmla="*/ 1354605 w 5342334"/>
              <a:gd name="connsiteY3-948" fmla="*/ 2912708 h 5785910"/>
              <a:gd name="connsiteX4-949" fmla="*/ 1423317 w 5342334"/>
              <a:gd name="connsiteY4-950" fmla="*/ 2947468 h 5785910"/>
              <a:gd name="connsiteX5-951" fmla="*/ 1421525 w 5342334"/>
              <a:gd name="connsiteY5-952" fmla="*/ 3320849 h 5785910"/>
              <a:gd name="connsiteX6-953" fmla="*/ 2146318 w 5342334"/>
              <a:gd name="connsiteY6-954" fmla="*/ 5548257 h 5785910"/>
              <a:gd name="connsiteX7-955" fmla="*/ 2115204 w 5342334"/>
              <a:gd name="connsiteY7-956" fmla="*/ 5553206 h 5785910"/>
              <a:gd name="connsiteX8-957" fmla="*/ 1246460 w 5342334"/>
              <a:gd name="connsiteY8-958" fmla="*/ 5785910 h 5785910"/>
              <a:gd name="connsiteX9-959" fmla="*/ 0 w 5342334"/>
              <a:gd name="connsiteY9-960" fmla="*/ 3148605 h 5785910"/>
              <a:gd name="connsiteX10-961" fmla="*/ 1262428 w 5342334"/>
              <a:gd name="connsiteY10-962" fmla="*/ 2938106 h 5785910"/>
              <a:gd name="connsiteX11-963" fmla="*/ 1354605 w 5342334"/>
              <a:gd name="connsiteY11-964" fmla="*/ 2912708 h 5785910"/>
              <a:gd name="connsiteX12-965" fmla="*/ 3380735 w 5342334"/>
              <a:gd name="connsiteY12-966" fmla="*/ 118 h 5785910"/>
              <a:gd name="connsiteX13-967" fmla="*/ 3863622 w 5342334"/>
              <a:gd name="connsiteY13-968" fmla="*/ 912639 h 5785910"/>
              <a:gd name="connsiteX14-969" fmla="*/ 3674765 w 5342334"/>
              <a:gd name="connsiteY14-970" fmla="*/ 2045786 h 5785910"/>
              <a:gd name="connsiteX15-971" fmla="*/ 4585837 w 5342334"/>
              <a:gd name="connsiteY15-972" fmla="*/ 2046833 h 5785910"/>
              <a:gd name="connsiteX16-973" fmla="*/ 4775401 w 5342334"/>
              <a:gd name="connsiteY16-974" fmla="*/ 2003486 h 5785910"/>
              <a:gd name="connsiteX17-975" fmla="*/ 5203724 w 5342334"/>
              <a:gd name="connsiteY17-976" fmla="*/ 2381935 h 5785910"/>
              <a:gd name="connsiteX18-977" fmla="*/ 4980124 w 5342334"/>
              <a:gd name="connsiteY18-978" fmla="*/ 2705696 h 5785910"/>
              <a:gd name="connsiteX19-979" fmla="*/ 5342334 w 5342334"/>
              <a:gd name="connsiteY19-980" fmla="*/ 3258997 h 5785910"/>
              <a:gd name="connsiteX20-981" fmla="*/ 5107100 w 5342334"/>
              <a:gd name="connsiteY20-982" fmla="*/ 3754493 h 5785910"/>
              <a:gd name="connsiteX21-983" fmla="*/ 5342334 w 5342334"/>
              <a:gd name="connsiteY21-984" fmla="*/ 4140580 h 5785910"/>
              <a:gd name="connsiteX22-985" fmla="*/ 4844706 w 5342334"/>
              <a:gd name="connsiteY22-986" fmla="*/ 4606676 h 5785910"/>
              <a:gd name="connsiteX23-987" fmla="*/ 4790537 w 5342334"/>
              <a:gd name="connsiteY23-988" fmla="*/ 4596433 h 5785910"/>
              <a:gd name="connsiteX24-989" fmla="*/ 4802287 w 5342334"/>
              <a:gd name="connsiteY24-990" fmla="*/ 4606672 h 5785910"/>
              <a:gd name="connsiteX25-991" fmla="*/ 5191248 w 5342334"/>
              <a:gd name="connsiteY25-992" fmla="*/ 4997228 h 5785910"/>
              <a:gd name="connsiteX26-993" fmla="*/ 4866278 w 5342334"/>
              <a:gd name="connsiteY26-994" fmla="*/ 5435572 h 5785910"/>
              <a:gd name="connsiteX27-995" fmla="*/ 4581456 w 5342334"/>
              <a:gd name="connsiteY27-996" fmla="*/ 5443059 h 5785910"/>
              <a:gd name="connsiteX28-997" fmla="*/ 4593578 w 5342334"/>
              <a:gd name="connsiteY28-998" fmla="*/ 5444848 h 5785910"/>
              <a:gd name="connsiteX29-999" fmla="*/ 4581281 w 5342334"/>
              <a:gd name="connsiteY29-1000" fmla="*/ 5445228 h 5785910"/>
              <a:gd name="connsiteX30-1001" fmla="*/ 2168410 w 5342334"/>
              <a:gd name="connsiteY30-1002" fmla="*/ 5525146 h 5785910"/>
              <a:gd name="connsiteX31-1003" fmla="*/ 1445968 w 5342334"/>
              <a:gd name="connsiteY31-1004" fmla="*/ 3310386 h 5785910"/>
              <a:gd name="connsiteX32-1005" fmla="*/ 1446532 w 5342334"/>
              <a:gd name="connsiteY32-1006" fmla="*/ 2941092 h 5785910"/>
              <a:gd name="connsiteX33-1007" fmla="*/ 1514723 w 5342334"/>
              <a:gd name="connsiteY33-1008" fmla="*/ 2929703 h 5785910"/>
              <a:gd name="connsiteX34-1009" fmla="*/ 1975047 w 5342334"/>
              <a:gd name="connsiteY34-1010" fmla="*/ 2725675 h 5785910"/>
              <a:gd name="connsiteX35-1011" fmla="*/ 2654934 w 5342334"/>
              <a:gd name="connsiteY35-1012" fmla="*/ 1630299 h 5785910"/>
              <a:gd name="connsiteX36-1013" fmla="*/ 3108192 w 5342334"/>
              <a:gd name="connsiteY36-1014" fmla="*/ 686009 h 5785910"/>
              <a:gd name="connsiteX37-1015" fmla="*/ 3334821 w 5342334"/>
              <a:gd name="connsiteY37-1016" fmla="*/ 6121 h 5785910"/>
              <a:gd name="connsiteX38-1017" fmla="*/ 3380735 w 5342334"/>
              <a:gd name="connsiteY38-1018" fmla="*/ 118 h 5785910"/>
              <a:gd name="connsiteX0-1019" fmla="*/ 1438934 w 5342334"/>
              <a:gd name="connsiteY0-1020" fmla="*/ 2944008 h 5785910"/>
              <a:gd name="connsiteX1-1021" fmla="*/ 1441770 w 5342334"/>
              <a:gd name="connsiteY1-1022" fmla="*/ 2943473 h 5785910"/>
              <a:gd name="connsiteX2-1023" fmla="*/ 1438934 w 5342334"/>
              <a:gd name="connsiteY2-1024" fmla="*/ 2944008 h 5785910"/>
              <a:gd name="connsiteX3-1025" fmla="*/ 1354605 w 5342334"/>
              <a:gd name="connsiteY3-1026" fmla="*/ 2912708 h 5785910"/>
              <a:gd name="connsiteX4-1027" fmla="*/ 1423317 w 5342334"/>
              <a:gd name="connsiteY4-1028" fmla="*/ 2947468 h 5785910"/>
              <a:gd name="connsiteX5-1029" fmla="*/ 1421525 w 5342334"/>
              <a:gd name="connsiteY5-1030" fmla="*/ 3320849 h 5785910"/>
              <a:gd name="connsiteX6-1031" fmla="*/ 2146318 w 5342334"/>
              <a:gd name="connsiteY6-1032" fmla="*/ 5548257 h 5785910"/>
              <a:gd name="connsiteX7-1033" fmla="*/ 2115204 w 5342334"/>
              <a:gd name="connsiteY7-1034" fmla="*/ 5553206 h 5785910"/>
              <a:gd name="connsiteX8-1035" fmla="*/ 1246460 w 5342334"/>
              <a:gd name="connsiteY8-1036" fmla="*/ 5785910 h 5785910"/>
              <a:gd name="connsiteX9-1037" fmla="*/ 0 w 5342334"/>
              <a:gd name="connsiteY9-1038" fmla="*/ 3148605 h 5785910"/>
              <a:gd name="connsiteX10-1039" fmla="*/ 1262428 w 5342334"/>
              <a:gd name="connsiteY10-1040" fmla="*/ 2938106 h 5785910"/>
              <a:gd name="connsiteX11-1041" fmla="*/ 1354605 w 5342334"/>
              <a:gd name="connsiteY11-1042" fmla="*/ 2912708 h 5785910"/>
              <a:gd name="connsiteX12-1043" fmla="*/ 3380735 w 5342334"/>
              <a:gd name="connsiteY12-1044" fmla="*/ 118 h 5785910"/>
              <a:gd name="connsiteX13-1045" fmla="*/ 3863622 w 5342334"/>
              <a:gd name="connsiteY13-1046" fmla="*/ 912639 h 5785910"/>
              <a:gd name="connsiteX14-1047" fmla="*/ 3674765 w 5342334"/>
              <a:gd name="connsiteY14-1048" fmla="*/ 2045786 h 5785910"/>
              <a:gd name="connsiteX15-1049" fmla="*/ 4585837 w 5342334"/>
              <a:gd name="connsiteY15-1050" fmla="*/ 2046833 h 5785910"/>
              <a:gd name="connsiteX16-1051" fmla="*/ 4775401 w 5342334"/>
              <a:gd name="connsiteY16-1052" fmla="*/ 2003486 h 5785910"/>
              <a:gd name="connsiteX17-1053" fmla="*/ 5203724 w 5342334"/>
              <a:gd name="connsiteY17-1054" fmla="*/ 2381935 h 5785910"/>
              <a:gd name="connsiteX18-1055" fmla="*/ 4980124 w 5342334"/>
              <a:gd name="connsiteY18-1056" fmla="*/ 2705696 h 5785910"/>
              <a:gd name="connsiteX19-1057" fmla="*/ 5342334 w 5342334"/>
              <a:gd name="connsiteY19-1058" fmla="*/ 3258997 h 5785910"/>
              <a:gd name="connsiteX20-1059" fmla="*/ 5107100 w 5342334"/>
              <a:gd name="connsiteY20-1060" fmla="*/ 3754493 h 5785910"/>
              <a:gd name="connsiteX21-1061" fmla="*/ 5342334 w 5342334"/>
              <a:gd name="connsiteY21-1062" fmla="*/ 4140580 h 5785910"/>
              <a:gd name="connsiteX22-1063" fmla="*/ 4844706 w 5342334"/>
              <a:gd name="connsiteY22-1064" fmla="*/ 4606676 h 5785910"/>
              <a:gd name="connsiteX23-1065" fmla="*/ 4790537 w 5342334"/>
              <a:gd name="connsiteY23-1066" fmla="*/ 4596433 h 5785910"/>
              <a:gd name="connsiteX24-1067" fmla="*/ 4802287 w 5342334"/>
              <a:gd name="connsiteY24-1068" fmla="*/ 4606672 h 5785910"/>
              <a:gd name="connsiteX25-1069" fmla="*/ 5191248 w 5342334"/>
              <a:gd name="connsiteY25-1070" fmla="*/ 4997228 h 5785910"/>
              <a:gd name="connsiteX26-1071" fmla="*/ 4866278 w 5342334"/>
              <a:gd name="connsiteY26-1072" fmla="*/ 5435572 h 5785910"/>
              <a:gd name="connsiteX27-1073" fmla="*/ 4581456 w 5342334"/>
              <a:gd name="connsiteY27-1074" fmla="*/ 5443059 h 5785910"/>
              <a:gd name="connsiteX28-1075" fmla="*/ 4593578 w 5342334"/>
              <a:gd name="connsiteY28-1076" fmla="*/ 5444848 h 5785910"/>
              <a:gd name="connsiteX29-1077" fmla="*/ 4581281 w 5342334"/>
              <a:gd name="connsiteY29-1078" fmla="*/ 5445228 h 5785910"/>
              <a:gd name="connsiteX30-1079" fmla="*/ 2168410 w 5342334"/>
              <a:gd name="connsiteY30-1080" fmla="*/ 5525146 h 5785910"/>
              <a:gd name="connsiteX31-1081" fmla="*/ 1445968 w 5342334"/>
              <a:gd name="connsiteY31-1082" fmla="*/ 3310386 h 5785910"/>
              <a:gd name="connsiteX32-1083" fmla="*/ 1446532 w 5342334"/>
              <a:gd name="connsiteY32-1084" fmla="*/ 2941092 h 5785910"/>
              <a:gd name="connsiteX33-1085" fmla="*/ 1514723 w 5342334"/>
              <a:gd name="connsiteY33-1086" fmla="*/ 2929703 h 5785910"/>
              <a:gd name="connsiteX34-1087" fmla="*/ 1975047 w 5342334"/>
              <a:gd name="connsiteY34-1088" fmla="*/ 2725675 h 5785910"/>
              <a:gd name="connsiteX35-1089" fmla="*/ 2654934 w 5342334"/>
              <a:gd name="connsiteY35-1090" fmla="*/ 1630299 h 5785910"/>
              <a:gd name="connsiteX36-1091" fmla="*/ 3108192 w 5342334"/>
              <a:gd name="connsiteY36-1092" fmla="*/ 686009 h 5785910"/>
              <a:gd name="connsiteX37-1093" fmla="*/ 3334821 w 5342334"/>
              <a:gd name="connsiteY37-1094" fmla="*/ 6121 h 5785910"/>
              <a:gd name="connsiteX38-1095" fmla="*/ 3380735 w 5342334"/>
              <a:gd name="connsiteY38-1096" fmla="*/ 118 h 5785910"/>
              <a:gd name="connsiteX0-1097" fmla="*/ 1438934 w 5342334"/>
              <a:gd name="connsiteY0-1098" fmla="*/ 2944008 h 5785910"/>
              <a:gd name="connsiteX1-1099" fmla="*/ 1441770 w 5342334"/>
              <a:gd name="connsiteY1-1100" fmla="*/ 2943473 h 5785910"/>
              <a:gd name="connsiteX2-1101" fmla="*/ 1438934 w 5342334"/>
              <a:gd name="connsiteY2-1102" fmla="*/ 2944008 h 5785910"/>
              <a:gd name="connsiteX3-1103" fmla="*/ 1354605 w 5342334"/>
              <a:gd name="connsiteY3-1104" fmla="*/ 2912708 h 5785910"/>
              <a:gd name="connsiteX4-1105" fmla="*/ 1423317 w 5342334"/>
              <a:gd name="connsiteY4-1106" fmla="*/ 2947468 h 5785910"/>
              <a:gd name="connsiteX5-1107" fmla="*/ 1421525 w 5342334"/>
              <a:gd name="connsiteY5-1108" fmla="*/ 3320849 h 5785910"/>
              <a:gd name="connsiteX6-1109" fmla="*/ 2146318 w 5342334"/>
              <a:gd name="connsiteY6-1110" fmla="*/ 5548257 h 5785910"/>
              <a:gd name="connsiteX7-1111" fmla="*/ 2115204 w 5342334"/>
              <a:gd name="connsiteY7-1112" fmla="*/ 5553206 h 5785910"/>
              <a:gd name="connsiteX8-1113" fmla="*/ 1246460 w 5342334"/>
              <a:gd name="connsiteY8-1114" fmla="*/ 5785910 h 5785910"/>
              <a:gd name="connsiteX9-1115" fmla="*/ 0 w 5342334"/>
              <a:gd name="connsiteY9-1116" fmla="*/ 3148605 h 5785910"/>
              <a:gd name="connsiteX10-1117" fmla="*/ 1262428 w 5342334"/>
              <a:gd name="connsiteY10-1118" fmla="*/ 2938106 h 5785910"/>
              <a:gd name="connsiteX11-1119" fmla="*/ 1354605 w 5342334"/>
              <a:gd name="connsiteY11-1120" fmla="*/ 2912708 h 5785910"/>
              <a:gd name="connsiteX12-1121" fmla="*/ 3380735 w 5342334"/>
              <a:gd name="connsiteY12-1122" fmla="*/ 118 h 5785910"/>
              <a:gd name="connsiteX13-1123" fmla="*/ 3863622 w 5342334"/>
              <a:gd name="connsiteY13-1124" fmla="*/ 912639 h 5785910"/>
              <a:gd name="connsiteX14-1125" fmla="*/ 3674765 w 5342334"/>
              <a:gd name="connsiteY14-1126" fmla="*/ 2045786 h 5785910"/>
              <a:gd name="connsiteX15-1127" fmla="*/ 4585837 w 5342334"/>
              <a:gd name="connsiteY15-1128" fmla="*/ 2046833 h 5785910"/>
              <a:gd name="connsiteX16-1129" fmla="*/ 4775401 w 5342334"/>
              <a:gd name="connsiteY16-1130" fmla="*/ 2003486 h 5785910"/>
              <a:gd name="connsiteX17-1131" fmla="*/ 5203724 w 5342334"/>
              <a:gd name="connsiteY17-1132" fmla="*/ 2381935 h 5785910"/>
              <a:gd name="connsiteX18-1133" fmla="*/ 4980124 w 5342334"/>
              <a:gd name="connsiteY18-1134" fmla="*/ 2705696 h 5785910"/>
              <a:gd name="connsiteX19-1135" fmla="*/ 5342334 w 5342334"/>
              <a:gd name="connsiteY19-1136" fmla="*/ 3258997 h 5785910"/>
              <a:gd name="connsiteX20-1137" fmla="*/ 5107100 w 5342334"/>
              <a:gd name="connsiteY20-1138" fmla="*/ 3754493 h 5785910"/>
              <a:gd name="connsiteX21-1139" fmla="*/ 5342334 w 5342334"/>
              <a:gd name="connsiteY21-1140" fmla="*/ 4140580 h 5785910"/>
              <a:gd name="connsiteX22-1141" fmla="*/ 4844706 w 5342334"/>
              <a:gd name="connsiteY22-1142" fmla="*/ 4606676 h 5785910"/>
              <a:gd name="connsiteX23-1143" fmla="*/ 4790537 w 5342334"/>
              <a:gd name="connsiteY23-1144" fmla="*/ 4596433 h 5785910"/>
              <a:gd name="connsiteX24-1145" fmla="*/ 4802287 w 5342334"/>
              <a:gd name="connsiteY24-1146" fmla="*/ 4606672 h 5785910"/>
              <a:gd name="connsiteX25-1147" fmla="*/ 5191248 w 5342334"/>
              <a:gd name="connsiteY25-1148" fmla="*/ 4997228 h 5785910"/>
              <a:gd name="connsiteX26-1149" fmla="*/ 4866278 w 5342334"/>
              <a:gd name="connsiteY26-1150" fmla="*/ 5435572 h 5785910"/>
              <a:gd name="connsiteX27-1151" fmla="*/ 4581456 w 5342334"/>
              <a:gd name="connsiteY27-1152" fmla="*/ 5443059 h 5785910"/>
              <a:gd name="connsiteX28-1153" fmla="*/ 4593578 w 5342334"/>
              <a:gd name="connsiteY28-1154" fmla="*/ 5444848 h 5785910"/>
              <a:gd name="connsiteX29-1155" fmla="*/ 4581281 w 5342334"/>
              <a:gd name="connsiteY29-1156" fmla="*/ 5445228 h 5785910"/>
              <a:gd name="connsiteX30-1157" fmla="*/ 2168410 w 5342334"/>
              <a:gd name="connsiteY30-1158" fmla="*/ 5525146 h 5785910"/>
              <a:gd name="connsiteX31-1159" fmla="*/ 1446532 w 5342334"/>
              <a:gd name="connsiteY31-1160" fmla="*/ 2941092 h 5785910"/>
              <a:gd name="connsiteX32-1161" fmla="*/ 1514723 w 5342334"/>
              <a:gd name="connsiteY32-1162" fmla="*/ 2929703 h 5785910"/>
              <a:gd name="connsiteX33-1163" fmla="*/ 1975047 w 5342334"/>
              <a:gd name="connsiteY33-1164" fmla="*/ 2725675 h 5785910"/>
              <a:gd name="connsiteX34-1165" fmla="*/ 2654934 w 5342334"/>
              <a:gd name="connsiteY34-1166" fmla="*/ 1630299 h 5785910"/>
              <a:gd name="connsiteX35-1167" fmla="*/ 3108192 w 5342334"/>
              <a:gd name="connsiteY35-1168" fmla="*/ 686009 h 5785910"/>
              <a:gd name="connsiteX36-1169" fmla="*/ 3334821 w 5342334"/>
              <a:gd name="connsiteY36-1170" fmla="*/ 6121 h 5785910"/>
              <a:gd name="connsiteX37-1171" fmla="*/ 3380735 w 5342334"/>
              <a:gd name="connsiteY37-1172" fmla="*/ 118 h 5785910"/>
              <a:gd name="connsiteX0-1173" fmla="*/ 1438934 w 5342334"/>
              <a:gd name="connsiteY0-1174" fmla="*/ 2944008 h 5785910"/>
              <a:gd name="connsiteX1-1175" fmla="*/ 1441770 w 5342334"/>
              <a:gd name="connsiteY1-1176" fmla="*/ 2943473 h 5785910"/>
              <a:gd name="connsiteX2-1177" fmla="*/ 1438934 w 5342334"/>
              <a:gd name="connsiteY2-1178" fmla="*/ 2944008 h 5785910"/>
              <a:gd name="connsiteX3-1179" fmla="*/ 1354605 w 5342334"/>
              <a:gd name="connsiteY3-1180" fmla="*/ 2912708 h 5785910"/>
              <a:gd name="connsiteX4-1181" fmla="*/ 1423317 w 5342334"/>
              <a:gd name="connsiteY4-1182" fmla="*/ 2947468 h 5785910"/>
              <a:gd name="connsiteX5-1183" fmla="*/ 1421525 w 5342334"/>
              <a:gd name="connsiteY5-1184" fmla="*/ 3320849 h 5785910"/>
              <a:gd name="connsiteX6-1185" fmla="*/ 2146318 w 5342334"/>
              <a:gd name="connsiteY6-1186" fmla="*/ 5548257 h 5785910"/>
              <a:gd name="connsiteX7-1187" fmla="*/ 2115204 w 5342334"/>
              <a:gd name="connsiteY7-1188" fmla="*/ 5553206 h 5785910"/>
              <a:gd name="connsiteX8-1189" fmla="*/ 1246460 w 5342334"/>
              <a:gd name="connsiteY8-1190" fmla="*/ 5785910 h 5785910"/>
              <a:gd name="connsiteX9-1191" fmla="*/ 0 w 5342334"/>
              <a:gd name="connsiteY9-1192" fmla="*/ 3148605 h 5785910"/>
              <a:gd name="connsiteX10-1193" fmla="*/ 1262428 w 5342334"/>
              <a:gd name="connsiteY10-1194" fmla="*/ 2938106 h 5785910"/>
              <a:gd name="connsiteX11-1195" fmla="*/ 1354605 w 5342334"/>
              <a:gd name="connsiteY11-1196" fmla="*/ 2912708 h 5785910"/>
              <a:gd name="connsiteX12-1197" fmla="*/ 3380735 w 5342334"/>
              <a:gd name="connsiteY12-1198" fmla="*/ 118 h 5785910"/>
              <a:gd name="connsiteX13-1199" fmla="*/ 3863622 w 5342334"/>
              <a:gd name="connsiteY13-1200" fmla="*/ 912639 h 5785910"/>
              <a:gd name="connsiteX14-1201" fmla="*/ 3674765 w 5342334"/>
              <a:gd name="connsiteY14-1202" fmla="*/ 2045786 h 5785910"/>
              <a:gd name="connsiteX15-1203" fmla="*/ 4585837 w 5342334"/>
              <a:gd name="connsiteY15-1204" fmla="*/ 2046833 h 5785910"/>
              <a:gd name="connsiteX16-1205" fmla="*/ 4775401 w 5342334"/>
              <a:gd name="connsiteY16-1206" fmla="*/ 2003486 h 5785910"/>
              <a:gd name="connsiteX17-1207" fmla="*/ 5203724 w 5342334"/>
              <a:gd name="connsiteY17-1208" fmla="*/ 2381935 h 5785910"/>
              <a:gd name="connsiteX18-1209" fmla="*/ 4980124 w 5342334"/>
              <a:gd name="connsiteY18-1210" fmla="*/ 2705696 h 5785910"/>
              <a:gd name="connsiteX19-1211" fmla="*/ 5342334 w 5342334"/>
              <a:gd name="connsiteY19-1212" fmla="*/ 3258997 h 5785910"/>
              <a:gd name="connsiteX20-1213" fmla="*/ 5107100 w 5342334"/>
              <a:gd name="connsiteY20-1214" fmla="*/ 3754493 h 5785910"/>
              <a:gd name="connsiteX21-1215" fmla="*/ 5342334 w 5342334"/>
              <a:gd name="connsiteY21-1216" fmla="*/ 4140580 h 5785910"/>
              <a:gd name="connsiteX22-1217" fmla="*/ 4844706 w 5342334"/>
              <a:gd name="connsiteY22-1218" fmla="*/ 4606676 h 5785910"/>
              <a:gd name="connsiteX23-1219" fmla="*/ 4790537 w 5342334"/>
              <a:gd name="connsiteY23-1220" fmla="*/ 4596433 h 5785910"/>
              <a:gd name="connsiteX24-1221" fmla="*/ 4802287 w 5342334"/>
              <a:gd name="connsiteY24-1222" fmla="*/ 4606672 h 5785910"/>
              <a:gd name="connsiteX25-1223" fmla="*/ 5191248 w 5342334"/>
              <a:gd name="connsiteY25-1224" fmla="*/ 4997228 h 5785910"/>
              <a:gd name="connsiteX26-1225" fmla="*/ 4866278 w 5342334"/>
              <a:gd name="connsiteY26-1226" fmla="*/ 5435572 h 5785910"/>
              <a:gd name="connsiteX27-1227" fmla="*/ 4581456 w 5342334"/>
              <a:gd name="connsiteY27-1228" fmla="*/ 5443059 h 5785910"/>
              <a:gd name="connsiteX28-1229" fmla="*/ 4593578 w 5342334"/>
              <a:gd name="connsiteY28-1230" fmla="*/ 5444848 h 5785910"/>
              <a:gd name="connsiteX29-1231" fmla="*/ 4581281 w 5342334"/>
              <a:gd name="connsiteY29-1232" fmla="*/ 5445228 h 5785910"/>
              <a:gd name="connsiteX30-1233" fmla="*/ 2168410 w 5342334"/>
              <a:gd name="connsiteY30-1234" fmla="*/ 5525146 h 5785910"/>
              <a:gd name="connsiteX31-1235" fmla="*/ 1446532 w 5342334"/>
              <a:gd name="connsiteY31-1236" fmla="*/ 2941092 h 5785910"/>
              <a:gd name="connsiteX32-1237" fmla="*/ 1514723 w 5342334"/>
              <a:gd name="connsiteY32-1238" fmla="*/ 2929703 h 5785910"/>
              <a:gd name="connsiteX33-1239" fmla="*/ 1975047 w 5342334"/>
              <a:gd name="connsiteY33-1240" fmla="*/ 2725675 h 5785910"/>
              <a:gd name="connsiteX34-1241" fmla="*/ 2654934 w 5342334"/>
              <a:gd name="connsiteY34-1242" fmla="*/ 1630299 h 5785910"/>
              <a:gd name="connsiteX35-1243" fmla="*/ 3108192 w 5342334"/>
              <a:gd name="connsiteY35-1244" fmla="*/ 686009 h 5785910"/>
              <a:gd name="connsiteX36-1245" fmla="*/ 3334821 w 5342334"/>
              <a:gd name="connsiteY36-1246" fmla="*/ 6121 h 5785910"/>
              <a:gd name="connsiteX37-1247" fmla="*/ 3380735 w 5342334"/>
              <a:gd name="connsiteY37-1248" fmla="*/ 118 h 5785910"/>
              <a:gd name="connsiteX0-1249" fmla="*/ 1438934 w 5342334"/>
              <a:gd name="connsiteY0-1250" fmla="*/ 2944008 h 5785910"/>
              <a:gd name="connsiteX1-1251" fmla="*/ 1441770 w 5342334"/>
              <a:gd name="connsiteY1-1252" fmla="*/ 2943473 h 5785910"/>
              <a:gd name="connsiteX2-1253" fmla="*/ 1438934 w 5342334"/>
              <a:gd name="connsiteY2-1254" fmla="*/ 2944008 h 5785910"/>
              <a:gd name="connsiteX3-1255" fmla="*/ 1354605 w 5342334"/>
              <a:gd name="connsiteY3-1256" fmla="*/ 2912708 h 5785910"/>
              <a:gd name="connsiteX4-1257" fmla="*/ 1423317 w 5342334"/>
              <a:gd name="connsiteY4-1258" fmla="*/ 2947468 h 5785910"/>
              <a:gd name="connsiteX5-1259" fmla="*/ 1421525 w 5342334"/>
              <a:gd name="connsiteY5-1260" fmla="*/ 3320849 h 5785910"/>
              <a:gd name="connsiteX6-1261" fmla="*/ 2146318 w 5342334"/>
              <a:gd name="connsiteY6-1262" fmla="*/ 5548257 h 5785910"/>
              <a:gd name="connsiteX7-1263" fmla="*/ 2115204 w 5342334"/>
              <a:gd name="connsiteY7-1264" fmla="*/ 5553206 h 5785910"/>
              <a:gd name="connsiteX8-1265" fmla="*/ 1246460 w 5342334"/>
              <a:gd name="connsiteY8-1266" fmla="*/ 5785910 h 5785910"/>
              <a:gd name="connsiteX9-1267" fmla="*/ 0 w 5342334"/>
              <a:gd name="connsiteY9-1268" fmla="*/ 3148605 h 5785910"/>
              <a:gd name="connsiteX10-1269" fmla="*/ 1262428 w 5342334"/>
              <a:gd name="connsiteY10-1270" fmla="*/ 2938106 h 5785910"/>
              <a:gd name="connsiteX11-1271" fmla="*/ 1354605 w 5342334"/>
              <a:gd name="connsiteY11-1272" fmla="*/ 2912708 h 5785910"/>
              <a:gd name="connsiteX12-1273" fmla="*/ 3380735 w 5342334"/>
              <a:gd name="connsiteY12-1274" fmla="*/ 118 h 5785910"/>
              <a:gd name="connsiteX13-1275" fmla="*/ 3863622 w 5342334"/>
              <a:gd name="connsiteY13-1276" fmla="*/ 912639 h 5785910"/>
              <a:gd name="connsiteX14-1277" fmla="*/ 3674765 w 5342334"/>
              <a:gd name="connsiteY14-1278" fmla="*/ 2045786 h 5785910"/>
              <a:gd name="connsiteX15-1279" fmla="*/ 4585837 w 5342334"/>
              <a:gd name="connsiteY15-1280" fmla="*/ 2046833 h 5785910"/>
              <a:gd name="connsiteX16-1281" fmla="*/ 4775401 w 5342334"/>
              <a:gd name="connsiteY16-1282" fmla="*/ 2003486 h 5785910"/>
              <a:gd name="connsiteX17-1283" fmla="*/ 5203724 w 5342334"/>
              <a:gd name="connsiteY17-1284" fmla="*/ 2381935 h 5785910"/>
              <a:gd name="connsiteX18-1285" fmla="*/ 4980124 w 5342334"/>
              <a:gd name="connsiteY18-1286" fmla="*/ 2705696 h 5785910"/>
              <a:gd name="connsiteX19-1287" fmla="*/ 5342334 w 5342334"/>
              <a:gd name="connsiteY19-1288" fmla="*/ 3258997 h 5785910"/>
              <a:gd name="connsiteX20-1289" fmla="*/ 5107100 w 5342334"/>
              <a:gd name="connsiteY20-1290" fmla="*/ 3754493 h 5785910"/>
              <a:gd name="connsiteX21-1291" fmla="*/ 5342334 w 5342334"/>
              <a:gd name="connsiteY21-1292" fmla="*/ 4140580 h 5785910"/>
              <a:gd name="connsiteX22-1293" fmla="*/ 4844706 w 5342334"/>
              <a:gd name="connsiteY22-1294" fmla="*/ 4606676 h 5785910"/>
              <a:gd name="connsiteX23-1295" fmla="*/ 4790537 w 5342334"/>
              <a:gd name="connsiteY23-1296" fmla="*/ 4596433 h 5785910"/>
              <a:gd name="connsiteX24-1297" fmla="*/ 4802287 w 5342334"/>
              <a:gd name="connsiteY24-1298" fmla="*/ 4606672 h 5785910"/>
              <a:gd name="connsiteX25-1299" fmla="*/ 5191248 w 5342334"/>
              <a:gd name="connsiteY25-1300" fmla="*/ 4997228 h 5785910"/>
              <a:gd name="connsiteX26-1301" fmla="*/ 4866278 w 5342334"/>
              <a:gd name="connsiteY26-1302" fmla="*/ 5435572 h 5785910"/>
              <a:gd name="connsiteX27-1303" fmla="*/ 4581456 w 5342334"/>
              <a:gd name="connsiteY27-1304" fmla="*/ 5443059 h 5785910"/>
              <a:gd name="connsiteX28-1305" fmla="*/ 4593578 w 5342334"/>
              <a:gd name="connsiteY28-1306" fmla="*/ 5444848 h 5785910"/>
              <a:gd name="connsiteX29-1307" fmla="*/ 4581281 w 5342334"/>
              <a:gd name="connsiteY29-1308" fmla="*/ 5445228 h 5785910"/>
              <a:gd name="connsiteX30-1309" fmla="*/ 2168410 w 5342334"/>
              <a:gd name="connsiteY30-1310" fmla="*/ 5525146 h 5785910"/>
              <a:gd name="connsiteX31-1311" fmla="*/ 1514723 w 5342334"/>
              <a:gd name="connsiteY31-1312" fmla="*/ 2929703 h 5785910"/>
              <a:gd name="connsiteX32-1313" fmla="*/ 1975047 w 5342334"/>
              <a:gd name="connsiteY32-1314" fmla="*/ 2725675 h 5785910"/>
              <a:gd name="connsiteX33-1315" fmla="*/ 2654934 w 5342334"/>
              <a:gd name="connsiteY33-1316" fmla="*/ 1630299 h 5785910"/>
              <a:gd name="connsiteX34-1317" fmla="*/ 3108192 w 5342334"/>
              <a:gd name="connsiteY34-1318" fmla="*/ 686009 h 5785910"/>
              <a:gd name="connsiteX35-1319" fmla="*/ 3334821 w 5342334"/>
              <a:gd name="connsiteY35-1320" fmla="*/ 6121 h 5785910"/>
              <a:gd name="connsiteX36-1321" fmla="*/ 3380735 w 5342334"/>
              <a:gd name="connsiteY36-1322" fmla="*/ 118 h 5785910"/>
              <a:gd name="connsiteX0-1323" fmla="*/ 1438934 w 5342334"/>
              <a:gd name="connsiteY0-1324" fmla="*/ 2944008 h 5785910"/>
              <a:gd name="connsiteX1-1325" fmla="*/ 1441770 w 5342334"/>
              <a:gd name="connsiteY1-1326" fmla="*/ 2943473 h 5785910"/>
              <a:gd name="connsiteX2-1327" fmla="*/ 1438934 w 5342334"/>
              <a:gd name="connsiteY2-1328" fmla="*/ 2944008 h 5785910"/>
              <a:gd name="connsiteX3-1329" fmla="*/ 1354605 w 5342334"/>
              <a:gd name="connsiteY3-1330" fmla="*/ 2912708 h 5785910"/>
              <a:gd name="connsiteX4-1331" fmla="*/ 1423317 w 5342334"/>
              <a:gd name="connsiteY4-1332" fmla="*/ 2947468 h 5785910"/>
              <a:gd name="connsiteX5-1333" fmla="*/ 1421525 w 5342334"/>
              <a:gd name="connsiteY5-1334" fmla="*/ 3320849 h 5785910"/>
              <a:gd name="connsiteX6-1335" fmla="*/ 2146318 w 5342334"/>
              <a:gd name="connsiteY6-1336" fmla="*/ 5548257 h 5785910"/>
              <a:gd name="connsiteX7-1337" fmla="*/ 2115204 w 5342334"/>
              <a:gd name="connsiteY7-1338" fmla="*/ 5553206 h 5785910"/>
              <a:gd name="connsiteX8-1339" fmla="*/ 1246460 w 5342334"/>
              <a:gd name="connsiteY8-1340" fmla="*/ 5785910 h 5785910"/>
              <a:gd name="connsiteX9-1341" fmla="*/ 0 w 5342334"/>
              <a:gd name="connsiteY9-1342" fmla="*/ 3148605 h 5785910"/>
              <a:gd name="connsiteX10-1343" fmla="*/ 1262428 w 5342334"/>
              <a:gd name="connsiteY10-1344" fmla="*/ 2938106 h 5785910"/>
              <a:gd name="connsiteX11-1345" fmla="*/ 1354605 w 5342334"/>
              <a:gd name="connsiteY11-1346" fmla="*/ 2912708 h 5785910"/>
              <a:gd name="connsiteX12-1347" fmla="*/ 3380735 w 5342334"/>
              <a:gd name="connsiteY12-1348" fmla="*/ 118 h 5785910"/>
              <a:gd name="connsiteX13-1349" fmla="*/ 3863622 w 5342334"/>
              <a:gd name="connsiteY13-1350" fmla="*/ 912639 h 5785910"/>
              <a:gd name="connsiteX14-1351" fmla="*/ 3674765 w 5342334"/>
              <a:gd name="connsiteY14-1352" fmla="*/ 2045786 h 5785910"/>
              <a:gd name="connsiteX15-1353" fmla="*/ 4585837 w 5342334"/>
              <a:gd name="connsiteY15-1354" fmla="*/ 2046833 h 5785910"/>
              <a:gd name="connsiteX16-1355" fmla="*/ 4775401 w 5342334"/>
              <a:gd name="connsiteY16-1356" fmla="*/ 2003486 h 5785910"/>
              <a:gd name="connsiteX17-1357" fmla="*/ 5203724 w 5342334"/>
              <a:gd name="connsiteY17-1358" fmla="*/ 2381935 h 5785910"/>
              <a:gd name="connsiteX18-1359" fmla="*/ 4980124 w 5342334"/>
              <a:gd name="connsiteY18-1360" fmla="*/ 2705696 h 5785910"/>
              <a:gd name="connsiteX19-1361" fmla="*/ 5342334 w 5342334"/>
              <a:gd name="connsiteY19-1362" fmla="*/ 3258997 h 5785910"/>
              <a:gd name="connsiteX20-1363" fmla="*/ 5107100 w 5342334"/>
              <a:gd name="connsiteY20-1364" fmla="*/ 3754493 h 5785910"/>
              <a:gd name="connsiteX21-1365" fmla="*/ 5342334 w 5342334"/>
              <a:gd name="connsiteY21-1366" fmla="*/ 4140580 h 5785910"/>
              <a:gd name="connsiteX22-1367" fmla="*/ 4844706 w 5342334"/>
              <a:gd name="connsiteY22-1368" fmla="*/ 4606676 h 5785910"/>
              <a:gd name="connsiteX23-1369" fmla="*/ 4790537 w 5342334"/>
              <a:gd name="connsiteY23-1370" fmla="*/ 4596433 h 5785910"/>
              <a:gd name="connsiteX24-1371" fmla="*/ 4802287 w 5342334"/>
              <a:gd name="connsiteY24-1372" fmla="*/ 4606672 h 5785910"/>
              <a:gd name="connsiteX25-1373" fmla="*/ 5191248 w 5342334"/>
              <a:gd name="connsiteY25-1374" fmla="*/ 4997228 h 5785910"/>
              <a:gd name="connsiteX26-1375" fmla="*/ 4866278 w 5342334"/>
              <a:gd name="connsiteY26-1376" fmla="*/ 5435572 h 5785910"/>
              <a:gd name="connsiteX27-1377" fmla="*/ 4581456 w 5342334"/>
              <a:gd name="connsiteY27-1378" fmla="*/ 5443059 h 5785910"/>
              <a:gd name="connsiteX28-1379" fmla="*/ 4593578 w 5342334"/>
              <a:gd name="connsiteY28-1380" fmla="*/ 5444848 h 5785910"/>
              <a:gd name="connsiteX29-1381" fmla="*/ 4581281 w 5342334"/>
              <a:gd name="connsiteY29-1382" fmla="*/ 5445228 h 5785910"/>
              <a:gd name="connsiteX30-1383" fmla="*/ 2168410 w 5342334"/>
              <a:gd name="connsiteY30-1384" fmla="*/ 5525146 h 5785910"/>
              <a:gd name="connsiteX31-1385" fmla="*/ 1514723 w 5342334"/>
              <a:gd name="connsiteY31-1386" fmla="*/ 2929703 h 5785910"/>
              <a:gd name="connsiteX32-1387" fmla="*/ 1975047 w 5342334"/>
              <a:gd name="connsiteY32-1388" fmla="*/ 2725675 h 5785910"/>
              <a:gd name="connsiteX33-1389" fmla="*/ 2654934 w 5342334"/>
              <a:gd name="connsiteY33-1390" fmla="*/ 1630299 h 5785910"/>
              <a:gd name="connsiteX34-1391" fmla="*/ 3108192 w 5342334"/>
              <a:gd name="connsiteY34-1392" fmla="*/ 686009 h 5785910"/>
              <a:gd name="connsiteX35-1393" fmla="*/ 3334821 w 5342334"/>
              <a:gd name="connsiteY35-1394" fmla="*/ 6121 h 5785910"/>
              <a:gd name="connsiteX36-1395" fmla="*/ 3380735 w 5342334"/>
              <a:gd name="connsiteY36-1396" fmla="*/ 118 h 5785910"/>
              <a:gd name="connsiteX0-1397" fmla="*/ 1438934 w 5342334"/>
              <a:gd name="connsiteY0-1398" fmla="*/ 2944008 h 5785910"/>
              <a:gd name="connsiteX1-1399" fmla="*/ 1441770 w 5342334"/>
              <a:gd name="connsiteY1-1400" fmla="*/ 2943473 h 5785910"/>
              <a:gd name="connsiteX2-1401" fmla="*/ 1438934 w 5342334"/>
              <a:gd name="connsiteY2-1402" fmla="*/ 2944008 h 5785910"/>
              <a:gd name="connsiteX3-1403" fmla="*/ 1354605 w 5342334"/>
              <a:gd name="connsiteY3-1404" fmla="*/ 2912708 h 5785910"/>
              <a:gd name="connsiteX4-1405" fmla="*/ 1423317 w 5342334"/>
              <a:gd name="connsiteY4-1406" fmla="*/ 2947468 h 5785910"/>
              <a:gd name="connsiteX5-1407" fmla="*/ 1421525 w 5342334"/>
              <a:gd name="connsiteY5-1408" fmla="*/ 3320849 h 5785910"/>
              <a:gd name="connsiteX6-1409" fmla="*/ 2146318 w 5342334"/>
              <a:gd name="connsiteY6-1410" fmla="*/ 5548257 h 5785910"/>
              <a:gd name="connsiteX7-1411" fmla="*/ 2115204 w 5342334"/>
              <a:gd name="connsiteY7-1412" fmla="*/ 5553206 h 5785910"/>
              <a:gd name="connsiteX8-1413" fmla="*/ 1246460 w 5342334"/>
              <a:gd name="connsiteY8-1414" fmla="*/ 5785910 h 5785910"/>
              <a:gd name="connsiteX9-1415" fmla="*/ 0 w 5342334"/>
              <a:gd name="connsiteY9-1416" fmla="*/ 3148605 h 5785910"/>
              <a:gd name="connsiteX10-1417" fmla="*/ 1262428 w 5342334"/>
              <a:gd name="connsiteY10-1418" fmla="*/ 2938106 h 5785910"/>
              <a:gd name="connsiteX11-1419" fmla="*/ 1354605 w 5342334"/>
              <a:gd name="connsiteY11-1420" fmla="*/ 2912708 h 5785910"/>
              <a:gd name="connsiteX12-1421" fmla="*/ 3380735 w 5342334"/>
              <a:gd name="connsiteY12-1422" fmla="*/ 118 h 5785910"/>
              <a:gd name="connsiteX13-1423" fmla="*/ 3863622 w 5342334"/>
              <a:gd name="connsiteY13-1424" fmla="*/ 912639 h 5785910"/>
              <a:gd name="connsiteX14-1425" fmla="*/ 3674765 w 5342334"/>
              <a:gd name="connsiteY14-1426" fmla="*/ 2045786 h 5785910"/>
              <a:gd name="connsiteX15-1427" fmla="*/ 4585837 w 5342334"/>
              <a:gd name="connsiteY15-1428" fmla="*/ 2046833 h 5785910"/>
              <a:gd name="connsiteX16-1429" fmla="*/ 4775401 w 5342334"/>
              <a:gd name="connsiteY16-1430" fmla="*/ 2003486 h 5785910"/>
              <a:gd name="connsiteX17-1431" fmla="*/ 5203724 w 5342334"/>
              <a:gd name="connsiteY17-1432" fmla="*/ 2381935 h 5785910"/>
              <a:gd name="connsiteX18-1433" fmla="*/ 4980124 w 5342334"/>
              <a:gd name="connsiteY18-1434" fmla="*/ 2705696 h 5785910"/>
              <a:gd name="connsiteX19-1435" fmla="*/ 5342334 w 5342334"/>
              <a:gd name="connsiteY19-1436" fmla="*/ 3258997 h 5785910"/>
              <a:gd name="connsiteX20-1437" fmla="*/ 5107100 w 5342334"/>
              <a:gd name="connsiteY20-1438" fmla="*/ 3754493 h 5785910"/>
              <a:gd name="connsiteX21-1439" fmla="*/ 5342334 w 5342334"/>
              <a:gd name="connsiteY21-1440" fmla="*/ 4140580 h 5785910"/>
              <a:gd name="connsiteX22-1441" fmla="*/ 4844706 w 5342334"/>
              <a:gd name="connsiteY22-1442" fmla="*/ 4606676 h 5785910"/>
              <a:gd name="connsiteX23-1443" fmla="*/ 4790537 w 5342334"/>
              <a:gd name="connsiteY23-1444" fmla="*/ 4596433 h 5785910"/>
              <a:gd name="connsiteX24-1445" fmla="*/ 4802287 w 5342334"/>
              <a:gd name="connsiteY24-1446" fmla="*/ 4606672 h 5785910"/>
              <a:gd name="connsiteX25-1447" fmla="*/ 5191248 w 5342334"/>
              <a:gd name="connsiteY25-1448" fmla="*/ 4997228 h 5785910"/>
              <a:gd name="connsiteX26-1449" fmla="*/ 4866278 w 5342334"/>
              <a:gd name="connsiteY26-1450" fmla="*/ 5435572 h 5785910"/>
              <a:gd name="connsiteX27-1451" fmla="*/ 4581456 w 5342334"/>
              <a:gd name="connsiteY27-1452" fmla="*/ 5443059 h 5785910"/>
              <a:gd name="connsiteX28-1453" fmla="*/ 4593578 w 5342334"/>
              <a:gd name="connsiteY28-1454" fmla="*/ 5444848 h 5785910"/>
              <a:gd name="connsiteX29-1455" fmla="*/ 4581281 w 5342334"/>
              <a:gd name="connsiteY29-1456" fmla="*/ 5445228 h 5785910"/>
              <a:gd name="connsiteX30-1457" fmla="*/ 2201665 w 5342334"/>
              <a:gd name="connsiteY30-1458" fmla="*/ 5541774 h 5785910"/>
              <a:gd name="connsiteX31-1459" fmla="*/ 1514723 w 5342334"/>
              <a:gd name="connsiteY31-1460" fmla="*/ 2929703 h 5785910"/>
              <a:gd name="connsiteX32-1461" fmla="*/ 1975047 w 5342334"/>
              <a:gd name="connsiteY32-1462" fmla="*/ 2725675 h 5785910"/>
              <a:gd name="connsiteX33-1463" fmla="*/ 2654934 w 5342334"/>
              <a:gd name="connsiteY33-1464" fmla="*/ 1630299 h 5785910"/>
              <a:gd name="connsiteX34-1465" fmla="*/ 3108192 w 5342334"/>
              <a:gd name="connsiteY34-1466" fmla="*/ 686009 h 5785910"/>
              <a:gd name="connsiteX35-1467" fmla="*/ 3334821 w 5342334"/>
              <a:gd name="connsiteY35-1468" fmla="*/ 6121 h 5785910"/>
              <a:gd name="connsiteX36-1469" fmla="*/ 3380735 w 5342334"/>
              <a:gd name="connsiteY36-1470" fmla="*/ 118 h 5785910"/>
              <a:gd name="connsiteX0-1471" fmla="*/ 1438934 w 5342334"/>
              <a:gd name="connsiteY0-1472" fmla="*/ 2944008 h 5785910"/>
              <a:gd name="connsiteX1-1473" fmla="*/ 1441770 w 5342334"/>
              <a:gd name="connsiteY1-1474" fmla="*/ 2943473 h 5785910"/>
              <a:gd name="connsiteX2-1475" fmla="*/ 1438934 w 5342334"/>
              <a:gd name="connsiteY2-1476" fmla="*/ 2944008 h 5785910"/>
              <a:gd name="connsiteX3-1477" fmla="*/ 1354605 w 5342334"/>
              <a:gd name="connsiteY3-1478" fmla="*/ 2912708 h 5785910"/>
              <a:gd name="connsiteX4-1479" fmla="*/ 1423317 w 5342334"/>
              <a:gd name="connsiteY4-1480" fmla="*/ 2947468 h 5785910"/>
              <a:gd name="connsiteX5-1481" fmla="*/ 1421525 w 5342334"/>
              <a:gd name="connsiteY5-1482" fmla="*/ 3320849 h 5785910"/>
              <a:gd name="connsiteX6-1483" fmla="*/ 2146318 w 5342334"/>
              <a:gd name="connsiteY6-1484" fmla="*/ 5548257 h 5785910"/>
              <a:gd name="connsiteX7-1485" fmla="*/ 2115204 w 5342334"/>
              <a:gd name="connsiteY7-1486" fmla="*/ 5553206 h 5785910"/>
              <a:gd name="connsiteX8-1487" fmla="*/ 1246460 w 5342334"/>
              <a:gd name="connsiteY8-1488" fmla="*/ 5785910 h 5785910"/>
              <a:gd name="connsiteX9-1489" fmla="*/ 0 w 5342334"/>
              <a:gd name="connsiteY9-1490" fmla="*/ 3148605 h 5785910"/>
              <a:gd name="connsiteX10-1491" fmla="*/ 1262428 w 5342334"/>
              <a:gd name="connsiteY10-1492" fmla="*/ 2938106 h 5785910"/>
              <a:gd name="connsiteX11-1493" fmla="*/ 1354605 w 5342334"/>
              <a:gd name="connsiteY11-1494" fmla="*/ 2912708 h 5785910"/>
              <a:gd name="connsiteX12-1495" fmla="*/ 3380735 w 5342334"/>
              <a:gd name="connsiteY12-1496" fmla="*/ 118 h 5785910"/>
              <a:gd name="connsiteX13-1497" fmla="*/ 3863622 w 5342334"/>
              <a:gd name="connsiteY13-1498" fmla="*/ 912639 h 5785910"/>
              <a:gd name="connsiteX14-1499" fmla="*/ 3674765 w 5342334"/>
              <a:gd name="connsiteY14-1500" fmla="*/ 2045786 h 5785910"/>
              <a:gd name="connsiteX15-1501" fmla="*/ 4585837 w 5342334"/>
              <a:gd name="connsiteY15-1502" fmla="*/ 2046833 h 5785910"/>
              <a:gd name="connsiteX16-1503" fmla="*/ 4775401 w 5342334"/>
              <a:gd name="connsiteY16-1504" fmla="*/ 2003486 h 5785910"/>
              <a:gd name="connsiteX17-1505" fmla="*/ 5203724 w 5342334"/>
              <a:gd name="connsiteY17-1506" fmla="*/ 2381935 h 5785910"/>
              <a:gd name="connsiteX18-1507" fmla="*/ 4980124 w 5342334"/>
              <a:gd name="connsiteY18-1508" fmla="*/ 2705696 h 5785910"/>
              <a:gd name="connsiteX19-1509" fmla="*/ 5342334 w 5342334"/>
              <a:gd name="connsiteY19-1510" fmla="*/ 3258997 h 5785910"/>
              <a:gd name="connsiteX20-1511" fmla="*/ 5107100 w 5342334"/>
              <a:gd name="connsiteY20-1512" fmla="*/ 3754493 h 5785910"/>
              <a:gd name="connsiteX21-1513" fmla="*/ 5342334 w 5342334"/>
              <a:gd name="connsiteY21-1514" fmla="*/ 4140580 h 5785910"/>
              <a:gd name="connsiteX22-1515" fmla="*/ 4844706 w 5342334"/>
              <a:gd name="connsiteY22-1516" fmla="*/ 4606676 h 5785910"/>
              <a:gd name="connsiteX23-1517" fmla="*/ 4790537 w 5342334"/>
              <a:gd name="connsiteY23-1518" fmla="*/ 4596433 h 5785910"/>
              <a:gd name="connsiteX24-1519" fmla="*/ 4802287 w 5342334"/>
              <a:gd name="connsiteY24-1520" fmla="*/ 4606672 h 5785910"/>
              <a:gd name="connsiteX25-1521" fmla="*/ 5191248 w 5342334"/>
              <a:gd name="connsiteY25-1522" fmla="*/ 4997228 h 5785910"/>
              <a:gd name="connsiteX26-1523" fmla="*/ 4866278 w 5342334"/>
              <a:gd name="connsiteY26-1524" fmla="*/ 5435572 h 5785910"/>
              <a:gd name="connsiteX27-1525" fmla="*/ 4581456 w 5342334"/>
              <a:gd name="connsiteY27-1526" fmla="*/ 5443059 h 5785910"/>
              <a:gd name="connsiteX28-1527" fmla="*/ 4593578 w 5342334"/>
              <a:gd name="connsiteY28-1528" fmla="*/ 5444848 h 5785910"/>
              <a:gd name="connsiteX29-1529" fmla="*/ 4581281 w 5342334"/>
              <a:gd name="connsiteY29-1530" fmla="*/ 5445228 h 5785910"/>
              <a:gd name="connsiteX30-1531" fmla="*/ 2201665 w 5342334"/>
              <a:gd name="connsiteY30-1532" fmla="*/ 5541774 h 5785910"/>
              <a:gd name="connsiteX31-1533" fmla="*/ 1514723 w 5342334"/>
              <a:gd name="connsiteY31-1534" fmla="*/ 2929703 h 5785910"/>
              <a:gd name="connsiteX32-1535" fmla="*/ 1975047 w 5342334"/>
              <a:gd name="connsiteY32-1536" fmla="*/ 2725675 h 5785910"/>
              <a:gd name="connsiteX33-1537" fmla="*/ 2654934 w 5342334"/>
              <a:gd name="connsiteY33-1538" fmla="*/ 1630299 h 5785910"/>
              <a:gd name="connsiteX34-1539" fmla="*/ 3108192 w 5342334"/>
              <a:gd name="connsiteY34-1540" fmla="*/ 686009 h 5785910"/>
              <a:gd name="connsiteX35-1541" fmla="*/ 3334821 w 5342334"/>
              <a:gd name="connsiteY35-1542" fmla="*/ 6121 h 5785910"/>
              <a:gd name="connsiteX36-1543" fmla="*/ 3380735 w 5342334"/>
              <a:gd name="connsiteY36-1544" fmla="*/ 118 h 5785910"/>
              <a:gd name="connsiteX0-1545" fmla="*/ 1438934 w 5342334"/>
              <a:gd name="connsiteY0-1546" fmla="*/ 2944008 h 5785910"/>
              <a:gd name="connsiteX1-1547" fmla="*/ 1441770 w 5342334"/>
              <a:gd name="connsiteY1-1548" fmla="*/ 2943473 h 5785910"/>
              <a:gd name="connsiteX2-1549" fmla="*/ 1438934 w 5342334"/>
              <a:gd name="connsiteY2-1550" fmla="*/ 2944008 h 5785910"/>
              <a:gd name="connsiteX3-1551" fmla="*/ 1354605 w 5342334"/>
              <a:gd name="connsiteY3-1552" fmla="*/ 2912708 h 5785910"/>
              <a:gd name="connsiteX4-1553" fmla="*/ 1423317 w 5342334"/>
              <a:gd name="connsiteY4-1554" fmla="*/ 2947468 h 5785910"/>
              <a:gd name="connsiteX5-1555" fmla="*/ 1421525 w 5342334"/>
              <a:gd name="connsiteY5-1556" fmla="*/ 3320849 h 5785910"/>
              <a:gd name="connsiteX6-1557" fmla="*/ 2146318 w 5342334"/>
              <a:gd name="connsiteY6-1558" fmla="*/ 5548257 h 5785910"/>
              <a:gd name="connsiteX7-1559" fmla="*/ 2115204 w 5342334"/>
              <a:gd name="connsiteY7-1560" fmla="*/ 5553206 h 5785910"/>
              <a:gd name="connsiteX8-1561" fmla="*/ 1246460 w 5342334"/>
              <a:gd name="connsiteY8-1562" fmla="*/ 5785910 h 5785910"/>
              <a:gd name="connsiteX9-1563" fmla="*/ 0 w 5342334"/>
              <a:gd name="connsiteY9-1564" fmla="*/ 3148605 h 5785910"/>
              <a:gd name="connsiteX10-1565" fmla="*/ 1262428 w 5342334"/>
              <a:gd name="connsiteY10-1566" fmla="*/ 2938106 h 5785910"/>
              <a:gd name="connsiteX11-1567" fmla="*/ 1354605 w 5342334"/>
              <a:gd name="connsiteY11-1568" fmla="*/ 2912708 h 5785910"/>
              <a:gd name="connsiteX12-1569" fmla="*/ 3380735 w 5342334"/>
              <a:gd name="connsiteY12-1570" fmla="*/ 118 h 5785910"/>
              <a:gd name="connsiteX13-1571" fmla="*/ 3863622 w 5342334"/>
              <a:gd name="connsiteY13-1572" fmla="*/ 912639 h 5785910"/>
              <a:gd name="connsiteX14-1573" fmla="*/ 3674765 w 5342334"/>
              <a:gd name="connsiteY14-1574" fmla="*/ 2045786 h 5785910"/>
              <a:gd name="connsiteX15-1575" fmla="*/ 4585837 w 5342334"/>
              <a:gd name="connsiteY15-1576" fmla="*/ 2046833 h 5785910"/>
              <a:gd name="connsiteX16-1577" fmla="*/ 4775401 w 5342334"/>
              <a:gd name="connsiteY16-1578" fmla="*/ 2003486 h 5785910"/>
              <a:gd name="connsiteX17-1579" fmla="*/ 5203724 w 5342334"/>
              <a:gd name="connsiteY17-1580" fmla="*/ 2381935 h 5785910"/>
              <a:gd name="connsiteX18-1581" fmla="*/ 4980124 w 5342334"/>
              <a:gd name="connsiteY18-1582" fmla="*/ 2705696 h 5785910"/>
              <a:gd name="connsiteX19-1583" fmla="*/ 5342334 w 5342334"/>
              <a:gd name="connsiteY19-1584" fmla="*/ 3258997 h 5785910"/>
              <a:gd name="connsiteX20-1585" fmla="*/ 5107100 w 5342334"/>
              <a:gd name="connsiteY20-1586" fmla="*/ 3754493 h 5785910"/>
              <a:gd name="connsiteX21-1587" fmla="*/ 5342334 w 5342334"/>
              <a:gd name="connsiteY21-1588" fmla="*/ 4140580 h 5785910"/>
              <a:gd name="connsiteX22-1589" fmla="*/ 4844706 w 5342334"/>
              <a:gd name="connsiteY22-1590" fmla="*/ 4606676 h 5785910"/>
              <a:gd name="connsiteX23-1591" fmla="*/ 4790537 w 5342334"/>
              <a:gd name="connsiteY23-1592" fmla="*/ 4596433 h 5785910"/>
              <a:gd name="connsiteX24-1593" fmla="*/ 4802287 w 5342334"/>
              <a:gd name="connsiteY24-1594" fmla="*/ 4606672 h 5785910"/>
              <a:gd name="connsiteX25-1595" fmla="*/ 5191248 w 5342334"/>
              <a:gd name="connsiteY25-1596" fmla="*/ 4997228 h 5785910"/>
              <a:gd name="connsiteX26-1597" fmla="*/ 4866278 w 5342334"/>
              <a:gd name="connsiteY26-1598" fmla="*/ 5435572 h 5785910"/>
              <a:gd name="connsiteX27-1599" fmla="*/ 4581456 w 5342334"/>
              <a:gd name="connsiteY27-1600" fmla="*/ 5443059 h 5785910"/>
              <a:gd name="connsiteX28-1601" fmla="*/ 4593578 w 5342334"/>
              <a:gd name="connsiteY28-1602" fmla="*/ 5444848 h 5785910"/>
              <a:gd name="connsiteX29-1603" fmla="*/ 4581281 w 5342334"/>
              <a:gd name="connsiteY29-1604" fmla="*/ 5445228 h 5785910"/>
              <a:gd name="connsiteX30-1605" fmla="*/ 2201665 w 5342334"/>
              <a:gd name="connsiteY30-1606" fmla="*/ 5541774 h 5785910"/>
              <a:gd name="connsiteX31-1607" fmla="*/ 1514723 w 5342334"/>
              <a:gd name="connsiteY31-1608" fmla="*/ 2929703 h 5785910"/>
              <a:gd name="connsiteX32-1609" fmla="*/ 1975047 w 5342334"/>
              <a:gd name="connsiteY32-1610" fmla="*/ 2725675 h 5785910"/>
              <a:gd name="connsiteX33-1611" fmla="*/ 2654934 w 5342334"/>
              <a:gd name="connsiteY33-1612" fmla="*/ 1630299 h 5785910"/>
              <a:gd name="connsiteX34-1613" fmla="*/ 3108192 w 5342334"/>
              <a:gd name="connsiteY34-1614" fmla="*/ 686009 h 5785910"/>
              <a:gd name="connsiteX35-1615" fmla="*/ 3334821 w 5342334"/>
              <a:gd name="connsiteY35-1616" fmla="*/ 6121 h 5785910"/>
              <a:gd name="connsiteX36-1617" fmla="*/ 3380735 w 5342334"/>
              <a:gd name="connsiteY36-1618" fmla="*/ 118 h 5785910"/>
              <a:gd name="connsiteX0-1619" fmla="*/ 1438934 w 5342334"/>
              <a:gd name="connsiteY0-1620" fmla="*/ 2944008 h 5785910"/>
              <a:gd name="connsiteX1-1621" fmla="*/ 1441770 w 5342334"/>
              <a:gd name="connsiteY1-1622" fmla="*/ 2943473 h 5785910"/>
              <a:gd name="connsiteX2-1623" fmla="*/ 1438934 w 5342334"/>
              <a:gd name="connsiteY2-1624" fmla="*/ 2944008 h 5785910"/>
              <a:gd name="connsiteX3-1625" fmla="*/ 1354605 w 5342334"/>
              <a:gd name="connsiteY3-1626" fmla="*/ 2912708 h 5785910"/>
              <a:gd name="connsiteX4-1627" fmla="*/ 1423317 w 5342334"/>
              <a:gd name="connsiteY4-1628" fmla="*/ 2947468 h 5785910"/>
              <a:gd name="connsiteX5-1629" fmla="*/ 1421525 w 5342334"/>
              <a:gd name="connsiteY5-1630" fmla="*/ 3320849 h 5785910"/>
              <a:gd name="connsiteX6-1631" fmla="*/ 2146318 w 5342334"/>
              <a:gd name="connsiteY6-1632" fmla="*/ 5548257 h 5785910"/>
              <a:gd name="connsiteX7-1633" fmla="*/ 2115204 w 5342334"/>
              <a:gd name="connsiteY7-1634" fmla="*/ 5553206 h 5785910"/>
              <a:gd name="connsiteX8-1635" fmla="*/ 1246460 w 5342334"/>
              <a:gd name="connsiteY8-1636" fmla="*/ 5785910 h 5785910"/>
              <a:gd name="connsiteX9-1637" fmla="*/ 0 w 5342334"/>
              <a:gd name="connsiteY9-1638" fmla="*/ 3148605 h 5785910"/>
              <a:gd name="connsiteX10-1639" fmla="*/ 1262428 w 5342334"/>
              <a:gd name="connsiteY10-1640" fmla="*/ 2938106 h 5785910"/>
              <a:gd name="connsiteX11-1641" fmla="*/ 1354605 w 5342334"/>
              <a:gd name="connsiteY11-1642" fmla="*/ 2912708 h 5785910"/>
              <a:gd name="connsiteX12-1643" fmla="*/ 3380735 w 5342334"/>
              <a:gd name="connsiteY12-1644" fmla="*/ 118 h 5785910"/>
              <a:gd name="connsiteX13-1645" fmla="*/ 3863622 w 5342334"/>
              <a:gd name="connsiteY13-1646" fmla="*/ 912639 h 5785910"/>
              <a:gd name="connsiteX14-1647" fmla="*/ 3674765 w 5342334"/>
              <a:gd name="connsiteY14-1648" fmla="*/ 2045786 h 5785910"/>
              <a:gd name="connsiteX15-1649" fmla="*/ 4585837 w 5342334"/>
              <a:gd name="connsiteY15-1650" fmla="*/ 2046833 h 5785910"/>
              <a:gd name="connsiteX16-1651" fmla="*/ 4775401 w 5342334"/>
              <a:gd name="connsiteY16-1652" fmla="*/ 2003486 h 5785910"/>
              <a:gd name="connsiteX17-1653" fmla="*/ 5203724 w 5342334"/>
              <a:gd name="connsiteY17-1654" fmla="*/ 2381935 h 5785910"/>
              <a:gd name="connsiteX18-1655" fmla="*/ 4980124 w 5342334"/>
              <a:gd name="connsiteY18-1656" fmla="*/ 2705696 h 5785910"/>
              <a:gd name="connsiteX19-1657" fmla="*/ 5342334 w 5342334"/>
              <a:gd name="connsiteY19-1658" fmla="*/ 3258997 h 5785910"/>
              <a:gd name="connsiteX20-1659" fmla="*/ 5107100 w 5342334"/>
              <a:gd name="connsiteY20-1660" fmla="*/ 3754493 h 5785910"/>
              <a:gd name="connsiteX21-1661" fmla="*/ 5342334 w 5342334"/>
              <a:gd name="connsiteY21-1662" fmla="*/ 4140580 h 5785910"/>
              <a:gd name="connsiteX22-1663" fmla="*/ 4844706 w 5342334"/>
              <a:gd name="connsiteY22-1664" fmla="*/ 4606676 h 5785910"/>
              <a:gd name="connsiteX23-1665" fmla="*/ 4790537 w 5342334"/>
              <a:gd name="connsiteY23-1666" fmla="*/ 4596433 h 5785910"/>
              <a:gd name="connsiteX24-1667" fmla="*/ 4802287 w 5342334"/>
              <a:gd name="connsiteY24-1668" fmla="*/ 4606672 h 5785910"/>
              <a:gd name="connsiteX25-1669" fmla="*/ 5191248 w 5342334"/>
              <a:gd name="connsiteY25-1670" fmla="*/ 4997228 h 5785910"/>
              <a:gd name="connsiteX26-1671" fmla="*/ 4866278 w 5342334"/>
              <a:gd name="connsiteY26-1672" fmla="*/ 5435572 h 5785910"/>
              <a:gd name="connsiteX27-1673" fmla="*/ 4581456 w 5342334"/>
              <a:gd name="connsiteY27-1674" fmla="*/ 5443059 h 5785910"/>
              <a:gd name="connsiteX28-1675" fmla="*/ 4593578 w 5342334"/>
              <a:gd name="connsiteY28-1676" fmla="*/ 5444848 h 5785910"/>
              <a:gd name="connsiteX29-1677" fmla="*/ 4581281 w 5342334"/>
              <a:gd name="connsiteY29-1678" fmla="*/ 5445228 h 5785910"/>
              <a:gd name="connsiteX30-1679" fmla="*/ 2201665 w 5342334"/>
              <a:gd name="connsiteY30-1680" fmla="*/ 5541774 h 5785910"/>
              <a:gd name="connsiteX31-1681" fmla="*/ 1514723 w 5342334"/>
              <a:gd name="connsiteY31-1682" fmla="*/ 2929703 h 5785910"/>
              <a:gd name="connsiteX32-1683" fmla="*/ 1975047 w 5342334"/>
              <a:gd name="connsiteY32-1684" fmla="*/ 2725675 h 5785910"/>
              <a:gd name="connsiteX33-1685" fmla="*/ 2654934 w 5342334"/>
              <a:gd name="connsiteY33-1686" fmla="*/ 1630299 h 5785910"/>
              <a:gd name="connsiteX34-1687" fmla="*/ 3108192 w 5342334"/>
              <a:gd name="connsiteY34-1688" fmla="*/ 686009 h 5785910"/>
              <a:gd name="connsiteX35-1689" fmla="*/ 3334821 w 5342334"/>
              <a:gd name="connsiteY35-1690" fmla="*/ 6121 h 5785910"/>
              <a:gd name="connsiteX36-1691" fmla="*/ 3380735 w 5342334"/>
              <a:gd name="connsiteY36-1692" fmla="*/ 118 h 5785910"/>
              <a:gd name="connsiteX0-1693" fmla="*/ 1438934 w 5342334"/>
              <a:gd name="connsiteY0-1694" fmla="*/ 2944008 h 5785910"/>
              <a:gd name="connsiteX1-1695" fmla="*/ 1441770 w 5342334"/>
              <a:gd name="connsiteY1-1696" fmla="*/ 2943473 h 5785910"/>
              <a:gd name="connsiteX2-1697" fmla="*/ 1438934 w 5342334"/>
              <a:gd name="connsiteY2-1698" fmla="*/ 2944008 h 5785910"/>
              <a:gd name="connsiteX3-1699" fmla="*/ 1354605 w 5342334"/>
              <a:gd name="connsiteY3-1700" fmla="*/ 2912708 h 5785910"/>
              <a:gd name="connsiteX4-1701" fmla="*/ 1423317 w 5342334"/>
              <a:gd name="connsiteY4-1702" fmla="*/ 2947468 h 5785910"/>
              <a:gd name="connsiteX5-1703" fmla="*/ 1421525 w 5342334"/>
              <a:gd name="connsiteY5-1704" fmla="*/ 3320849 h 5785910"/>
              <a:gd name="connsiteX6-1705" fmla="*/ 2146318 w 5342334"/>
              <a:gd name="connsiteY6-1706" fmla="*/ 5548257 h 5785910"/>
              <a:gd name="connsiteX7-1707" fmla="*/ 2115204 w 5342334"/>
              <a:gd name="connsiteY7-1708" fmla="*/ 5553206 h 5785910"/>
              <a:gd name="connsiteX8-1709" fmla="*/ 1246460 w 5342334"/>
              <a:gd name="connsiteY8-1710" fmla="*/ 5785910 h 5785910"/>
              <a:gd name="connsiteX9-1711" fmla="*/ 0 w 5342334"/>
              <a:gd name="connsiteY9-1712" fmla="*/ 3148605 h 5785910"/>
              <a:gd name="connsiteX10-1713" fmla="*/ 1262428 w 5342334"/>
              <a:gd name="connsiteY10-1714" fmla="*/ 2938106 h 5785910"/>
              <a:gd name="connsiteX11-1715" fmla="*/ 1354605 w 5342334"/>
              <a:gd name="connsiteY11-1716" fmla="*/ 2912708 h 5785910"/>
              <a:gd name="connsiteX12-1717" fmla="*/ 3380735 w 5342334"/>
              <a:gd name="connsiteY12-1718" fmla="*/ 118 h 5785910"/>
              <a:gd name="connsiteX13-1719" fmla="*/ 3863622 w 5342334"/>
              <a:gd name="connsiteY13-1720" fmla="*/ 912639 h 5785910"/>
              <a:gd name="connsiteX14-1721" fmla="*/ 3674765 w 5342334"/>
              <a:gd name="connsiteY14-1722" fmla="*/ 2045786 h 5785910"/>
              <a:gd name="connsiteX15-1723" fmla="*/ 4585837 w 5342334"/>
              <a:gd name="connsiteY15-1724" fmla="*/ 2046833 h 5785910"/>
              <a:gd name="connsiteX16-1725" fmla="*/ 4775401 w 5342334"/>
              <a:gd name="connsiteY16-1726" fmla="*/ 2003486 h 5785910"/>
              <a:gd name="connsiteX17-1727" fmla="*/ 5203724 w 5342334"/>
              <a:gd name="connsiteY17-1728" fmla="*/ 2381935 h 5785910"/>
              <a:gd name="connsiteX18-1729" fmla="*/ 4980124 w 5342334"/>
              <a:gd name="connsiteY18-1730" fmla="*/ 2705696 h 5785910"/>
              <a:gd name="connsiteX19-1731" fmla="*/ 5342334 w 5342334"/>
              <a:gd name="connsiteY19-1732" fmla="*/ 3258997 h 5785910"/>
              <a:gd name="connsiteX20-1733" fmla="*/ 5107100 w 5342334"/>
              <a:gd name="connsiteY20-1734" fmla="*/ 3754493 h 5785910"/>
              <a:gd name="connsiteX21-1735" fmla="*/ 5342334 w 5342334"/>
              <a:gd name="connsiteY21-1736" fmla="*/ 4140580 h 5785910"/>
              <a:gd name="connsiteX22-1737" fmla="*/ 4844706 w 5342334"/>
              <a:gd name="connsiteY22-1738" fmla="*/ 4606676 h 5785910"/>
              <a:gd name="connsiteX23-1739" fmla="*/ 4790537 w 5342334"/>
              <a:gd name="connsiteY23-1740" fmla="*/ 4596433 h 5785910"/>
              <a:gd name="connsiteX24-1741" fmla="*/ 4802287 w 5342334"/>
              <a:gd name="connsiteY24-1742" fmla="*/ 4606672 h 5785910"/>
              <a:gd name="connsiteX25-1743" fmla="*/ 5191248 w 5342334"/>
              <a:gd name="connsiteY25-1744" fmla="*/ 4997228 h 5785910"/>
              <a:gd name="connsiteX26-1745" fmla="*/ 4866278 w 5342334"/>
              <a:gd name="connsiteY26-1746" fmla="*/ 5435572 h 5785910"/>
              <a:gd name="connsiteX27-1747" fmla="*/ 4581456 w 5342334"/>
              <a:gd name="connsiteY27-1748" fmla="*/ 5443059 h 5785910"/>
              <a:gd name="connsiteX28-1749" fmla="*/ 4593578 w 5342334"/>
              <a:gd name="connsiteY28-1750" fmla="*/ 5444848 h 5785910"/>
              <a:gd name="connsiteX29-1751" fmla="*/ 4581281 w 5342334"/>
              <a:gd name="connsiteY29-1752" fmla="*/ 5445228 h 5785910"/>
              <a:gd name="connsiteX30-1753" fmla="*/ 2233555 w 5342334"/>
              <a:gd name="connsiteY30-1754" fmla="*/ 5541774 h 5785910"/>
              <a:gd name="connsiteX31-1755" fmla="*/ 1514723 w 5342334"/>
              <a:gd name="connsiteY31-1756" fmla="*/ 2929703 h 5785910"/>
              <a:gd name="connsiteX32-1757" fmla="*/ 1975047 w 5342334"/>
              <a:gd name="connsiteY32-1758" fmla="*/ 2725675 h 5785910"/>
              <a:gd name="connsiteX33-1759" fmla="*/ 2654934 w 5342334"/>
              <a:gd name="connsiteY33-1760" fmla="*/ 1630299 h 5785910"/>
              <a:gd name="connsiteX34-1761" fmla="*/ 3108192 w 5342334"/>
              <a:gd name="connsiteY34-1762" fmla="*/ 686009 h 5785910"/>
              <a:gd name="connsiteX35-1763" fmla="*/ 3334821 w 5342334"/>
              <a:gd name="connsiteY35-1764" fmla="*/ 6121 h 5785910"/>
              <a:gd name="connsiteX36-1765" fmla="*/ 3380735 w 5342334"/>
              <a:gd name="connsiteY36-1766" fmla="*/ 118 h 5785910"/>
              <a:gd name="connsiteX0-1767" fmla="*/ 1438934 w 5342334"/>
              <a:gd name="connsiteY0-1768" fmla="*/ 2944008 h 5785910"/>
              <a:gd name="connsiteX1-1769" fmla="*/ 1441770 w 5342334"/>
              <a:gd name="connsiteY1-1770" fmla="*/ 2943473 h 5785910"/>
              <a:gd name="connsiteX2-1771" fmla="*/ 1438934 w 5342334"/>
              <a:gd name="connsiteY2-1772" fmla="*/ 2944008 h 5785910"/>
              <a:gd name="connsiteX3-1773" fmla="*/ 1354605 w 5342334"/>
              <a:gd name="connsiteY3-1774" fmla="*/ 2912708 h 5785910"/>
              <a:gd name="connsiteX4-1775" fmla="*/ 1423317 w 5342334"/>
              <a:gd name="connsiteY4-1776" fmla="*/ 2947468 h 5785910"/>
              <a:gd name="connsiteX5-1777" fmla="*/ 1421525 w 5342334"/>
              <a:gd name="connsiteY5-1778" fmla="*/ 3320849 h 5785910"/>
              <a:gd name="connsiteX6-1779" fmla="*/ 2146318 w 5342334"/>
              <a:gd name="connsiteY6-1780" fmla="*/ 5548257 h 5785910"/>
              <a:gd name="connsiteX7-1781" fmla="*/ 2115204 w 5342334"/>
              <a:gd name="connsiteY7-1782" fmla="*/ 5553206 h 5785910"/>
              <a:gd name="connsiteX8-1783" fmla="*/ 1246460 w 5342334"/>
              <a:gd name="connsiteY8-1784" fmla="*/ 5785910 h 5785910"/>
              <a:gd name="connsiteX9-1785" fmla="*/ 0 w 5342334"/>
              <a:gd name="connsiteY9-1786" fmla="*/ 3148605 h 5785910"/>
              <a:gd name="connsiteX10-1787" fmla="*/ 1262428 w 5342334"/>
              <a:gd name="connsiteY10-1788" fmla="*/ 2938106 h 5785910"/>
              <a:gd name="connsiteX11-1789" fmla="*/ 1354605 w 5342334"/>
              <a:gd name="connsiteY11-1790" fmla="*/ 2912708 h 5785910"/>
              <a:gd name="connsiteX12-1791" fmla="*/ 3380735 w 5342334"/>
              <a:gd name="connsiteY12-1792" fmla="*/ 118 h 5785910"/>
              <a:gd name="connsiteX13-1793" fmla="*/ 3863622 w 5342334"/>
              <a:gd name="connsiteY13-1794" fmla="*/ 912639 h 5785910"/>
              <a:gd name="connsiteX14-1795" fmla="*/ 3674765 w 5342334"/>
              <a:gd name="connsiteY14-1796" fmla="*/ 2045786 h 5785910"/>
              <a:gd name="connsiteX15-1797" fmla="*/ 4585837 w 5342334"/>
              <a:gd name="connsiteY15-1798" fmla="*/ 2046833 h 5785910"/>
              <a:gd name="connsiteX16-1799" fmla="*/ 4775401 w 5342334"/>
              <a:gd name="connsiteY16-1800" fmla="*/ 2003486 h 5785910"/>
              <a:gd name="connsiteX17-1801" fmla="*/ 5203724 w 5342334"/>
              <a:gd name="connsiteY17-1802" fmla="*/ 2381935 h 5785910"/>
              <a:gd name="connsiteX18-1803" fmla="*/ 4980124 w 5342334"/>
              <a:gd name="connsiteY18-1804" fmla="*/ 2705696 h 5785910"/>
              <a:gd name="connsiteX19-1805" fmla="*/ 5342334 w 5342334"/>
              <a:gd name="connsiteY19-1806" fmla="*/ 3258997 h 5785910"/>
              <a:gd name="connsiteX20-1807" fmla="*/ 5107100 w 5342334"/>
              <a:gd name="connsiteY20-1808" fmla="*/ 3754493 h 5785910"/>
              <a:gd name="connsiteX21-1809" fmla="*/ 5342334 w 5342334"/>
              <a:gd name="connsiteY21-1810" fmla="*/ 4140580 h 5785910"/>
              <a:gd name="connsiteX22-1811" fmla="*/ 4844706 w 5342334"/>
              <a:gd name="connsiteY22-1812" fmla="*/ 4606676 h 5785910"/>
              <a:gd name="connsiteX23-1813" fmla="*/ 4790537 w 5342334"/>
              <a:gd name="connsiteY23-1814" fmla="*/ 4596433 h 5785910"/>
              <a:gd name="connsiteX24-1815" fmla="*/ 4802287 w 5342334"/>
              <a:gd name="connsiteY24-1816" fmla="*/ 4606672 h 5785910"/>
              <a:gd name="connsiteX25-1817" fmla="*/ 5191248 w 5342334"/>
              <a:gd name="connsiteY25-1818" fmla="*/ 4997228 h 5785910"/>
              <a:gd name="connsiteX26-1819" fmla="*/ 4866278 w 5342334"/>
              <a:gd name="connsiteY26-1820" fmla="*/ 5435572 h 5785910"/>
              <a:gd name="connsiteX27-1821" fmla="*/ 4581456 w 5342334"/>
              <a:gd name="connsiteY27-1822" fmla="*/ 5443059 h 5785910"/>
              <a:gd name="connsiteX28-1823" fmla="*/ 4593578 w 5342334"/>
              <a:gd name="connsiteY28-1824" fmla="*/ 5444848 h 5785910"/>
              <a:gd name="connsiteX29-1825" fmla="*/ 4581281 w 5342334"/>
              <a:gd name="connsiteY29-1826" fmla="*/ 5445228 h 5785910"/>
              <a:gd name="connsiteX30-1827" fmla="*/ 2276075 w 5342334"/>
              <a:gd name="connsiteY30-1828" fmla="*/ 5536459 h 5785910"/>
              <a:gd name="connsiteX31-1829" fmla="*/ 1514723 w 5342334"/>
              <a:gd name="connsiteY31-1830" fmla="*/ 2929703 h 5785910"/>
              <a:gd name="connsiteX32-1831" fmla="*/ 1975047 w 5342334"/>
              <a:gd name="connsiteY32-1832" fmla="*/ 2725675 h 5785910"/>
              <a:gd name="connsiteX33-1833" fmla="*/ 2654934 w 5342334"/>
              <a:gd name="connsiteY33-1834" fmla="*/ 1630299 h 5785910"/>
              <a:gd name="connsiteX34-1835" fmla="*/ 3108192 w 5342334"/>
              <a:gd name="connsiteY34-1836" fmla="*/ 686009 h 5785910"/>
              <a:gd name="connsiteX35-1837" fmla="*/ 3334821 w 5342334"/>
              <a:gd name="connsiteY35-1838" fmla="*/ 6121 h 5785910"/>
              <a:gd name="connsiteX36-1839" fmla="*/ 3380735 w 5342334"/>
              <a:gd name="connsiteY36-1840" fmla="*/ 118 h 5785910"/>
              <a:gd name="connsiteX0-1841" fmla="*/ 1438934 w 5342334"/>
              <a:gd name="connsiteY0-1842" fmla="*/ 2944008 h 5785910"/>
              <a:gd name="connsiteX1-1843" fmla="*/ 1441770 w 5342334"/>
              <a:gd name="connsiteY1-1844" fmla="*/ 2943473 h 5785910"/>
              <a:gd name="connsiteX2-1845" fmla="*/ 1438934 w 5342334"/>
              <a:gd name="connsiteY2-1846" fmla="*/ 2944008 h 5785910"/>
              <a:gd name="connsiteX3-1847" fmla="*/ 1354605 w 5342334"/>
              <a:gd name="connsiteY3-1848" fmla="*/ 2912708 h 5785910"/>
              <a:gd name="connsiteX4-1849" fmla="*/ 1423317 w 5342334"/>
              <a:gd name="connsiteY4-1850" fmla="*/ 2947468 h 5785910"/>
              <a:gd name="connsiteX5-1851" fmla="*/ 1421525 w 5342334"/>
              <a:gd name="connsiteY5-1852" fmla="*/ 3320849 h 5785910"/>
              <a:gd name="connsiteX6-1853" fmla="*/ 2146318 w 5342334"/>
              <a:gd name="connsiteY6-1854" fmla="*/ 5548257 h 5785910"/>
              <a:gd name="connsiteX7-1855" fmla="*/ 2115204 w 5342334"/>
              <a:gd name="connsiteY7-1856" fmla="*/ 5553206 h 5785910"/>
              <a:gd name="connsiteX8-1857" fmla="*/ 1246460 w 5342334"/>
              <a:gd name="connsiteY8-1858" fmla="*/ 5785910 h 5785910"/>
              <a:gd name="connsiteX9-1859" fmla="*/ 0 w 5342334"/>
              <a:gd name="connsiteY9-1860" fmla="*/ 3148605 h 5785910"/>
              <a:gd name="connsiteX10-1861" fmla="*/ 1262428 w 5342334"/>
              <a:gd name="connsiteY10-1862" fmla="*/ 2938106 h 5785910"/>
              <a:gd name="connsiteX11-1863" fmla="*/ 1354605 w 5342334"/>
              <a:gd name="connsiteY11-1864" fmla="*/ 2912708 h 5785910"/>
              <a:gd name="connsiteX12-1865" fmla="*/ 3380735 w 5342334"/>
              <a:gd name="connsiteY12-1866" fmla="*/ 118 h 5785910"/>
              <a:gd name="connsiteX13-1867" fmla="*/ 3863622 w 5342334"/>
              <a:gd name="connsiteY13-1868" fmla="*/ 912639 h 5785910"/>
              <a:gd name="connsiteX14-1869" fmla="*/ 3674765 w 5342334"/>
              <a:gd name="connsiteY14-1870" fmla="*/ 2045786 h 5785910"/>
              <a:gd name="connsiteX15-1871" fmla="*/ 4585837 w 5342334"/>
              <a:gd name="connsiteY15-1872" fmla="*/ 2046833 h 5785910"/>
              <a:gd name="connsiteX16-1873" fmla="*/ 4775401 w 5342334"/>
              <a:gd name="connsiteY16-1874" fmla="*/ 2003486 h 5785910"/>
              <a:gd name="connsiteX17-1875" fmla="*/ 5203724 w 5342334"/>
              <a:gd name="connsiteY17-1876" fmla="*/ 2381935 h 5785910"/>
              <a:gd name="connsiteX18-1877" fmla="*/ 4980124 w 5342334"/>
              <a:gd name="connsiteY18-1878" fmla="*/ 2705696 h 5785910"/>
              <a:gd name="connsiteX19-1879" fmla="*/ 5342334 w 5342334"/>
              <a:gd name="connsiteY19-1880" fmla="*/ 3258997 h 5785910"/>
              <a:gd name="connsiteX20-1881" fmla="*/ 5107100 w 5342334"/>
              <a:gd name="connsiteY20-1882" fmla="*/ 3754493 h 5785910"/>
              <a:gd name="connsiteX21-1883" fmla="*/ 5342334 w 5342334"/>
              <a:gd name="connsiteY21-1884" fmla="*/ 4140580 h 5785910"/>
              <a:gd name="connsiteX22-1885" fmla="*/ 4844706 w 5342334"/>
              <a:gd name="connsiteY22-1886" fmla="*/ 4606676 h 5785910"/>
              <a:gd name="connsiteX23-1887" fmla="*/ 4790537 w 5342334"/>
              <a:gd name="connsiteY23-1888" fmla="*/ 4596433 h 5785910"/>
              <a:gd name="connsiteX24-1889" fmla="*/ 4802287 w 5342334"/>
              <a:gd name="connsiteY24-1890" fmla="*/ 4606672 h 5785910"/>
              <a:gd name="connsiteX25-1891" fmla="*/ 5191248 w 5342334"/>
              <a:gd name="connsiteY25-1892" fmla="*/ 4997228 h 5785910"/>
              <a:gd name="connsiteX26-1893" fmla="*/ 4866278 w 5342334"/>
              <a:gd name="connsiteY26-1894" fmla="*/ 5435572 h 5785910"/>
              <a:gd name="connsiteX27-1895" fmla="*/ 4581456 w 5342334"/>
              <a:gd name="connsiteY27-1896" fmla="*/ 5443059 h 5785910"/>
              <a:gd name="connsiteX28-1897" fmla="*/ 4593578 w 5342334"/>
              <a:gd name="connsiteY28-1898" fmla="*/ 5444848 h 5785910"/>
              <a:gd name="connsiteX29-1899" fmla="*/ 4581281 w 5342334"/>
              <a:gd name="connsiteY29-1900" fmla="*/ 5445228 h 5785910"/>
              <a:gd name="connsiteX30-1901" fmla="*/ 2276075 w 5342334"/>
              <a:gd name="connsiteY30-1902" fmla="*/ 5536459 h 5785910"/>
              <a:gd name="connsiteX31-1903" fmla="*/ 1551927 w 5342334"/>
              <a:gd name="connsiteY31-1904" fmla="*/ 2929703 h 5785910"/>
              <a:gd name="connsiteX32-1905" fmla="*/ 1975047 w 5342334"/>
              <a:gd name="connsiteY32-1906" fmla="*/ 2725675 h 5785910"/>
              <a:gd name="connsiteX33-1907" fmla="*/ 2654934 w 5342334"/>
              <a:gd name="connsiteY33-1908" fmla="*/ 1630299 h 5785910"/>
              <a:gd name="connsiteX34-1909" fmla="*/ 3108192 w 5342334"/>
              <a:gd name="connsiteY34-1910" fmla="*/ 686009 h 5785910"/>
              <a:gd name="connsiteX35-1911" fmla="*/ 3334821 w 5342334"/>
              <a:gd name="connsiteY35-1912" fmla="*/ 6121 h 5785910"/>
              <a:gd name="connsiteX36-1913" fmla="*/ 3380735 w 5342334"/>
              <a:gd name="connsiteY36-1914" fmla="*/ 118 h 5785910"/>
              <a:gd name="connsiteX0-1915" fmla="*/ 1438934 w 5342334"/>
              <a:gd name="connsiteY0-1916" fmla="*/ 2944008 h 5785910"/>
              <a:gd name="connsiteX1-1917" fmla="*/ 1441770 w 5342334"/>
              <a:gd name="connsiteY1-1918" fmla="*/ 2943473 h 5785910"/>
              <a:gd name="connsiteX2-1919" fmla="*/ 1438934 w 5342334"/>
              <a:gd name="connsiteY2-1920" fmla="*/ 2944008 h 5785910"/>
              <a:gd name="connsiteX3-1921" fmla="*/ 1354605 w 5342334"/>
              <a:gd name="connsiteY3-1922" fmla="*/ 2912708 h 5785910"/>
              <a:gd name="connsiteX4-1923" fmla="*/ 1423317 w 5342334"/>
              <a:gd name="connsiteY4-1924" fmla="*/ 2947468 h 5785910"/>
              <a:gd name="connsiteX5-1925" fmla="*/ 1421525 w 5342334"/>
              <a:gd name="connsiteY5-1926" fmla="*/ 3320849 h 5785910"/>
              <a:gd name="connsiteX6-1927" fmla="*/ 2146318 w 5342334"/>
              <a:gd name="connsiteY6-1928" fmla="*/ 5548257 h 5785910"/>
              <a:gd name="connsiteX7-1929" fmla="*/ 2115204 w 5342334"/>
              <a:gd name="connsiteY7-1930" fmla="*/ 5553206 h 5785910"/>
              <a:gd name="connsiteX8-1931" fmla="*/ 1246460 w 5342334"/>
              <a:gd name="connsiteY8-1932" fmla="*/ 5785910 h 5785910"/>
              <a:gd name="connsiteX9-1933" fmla="*/ 0 w 5342334"/>
              <a:gd name="connsiteY9-1934" fmla="*/ 3148605 h 5785910"/>
              <a:gd name="connsiteX10-1935" fmla="*/ 1262428 w 5342334"/>
              <a:gd name="connsiteY10-1936" fmla="*/ 2938106 h 5785910"/>
              <a:gd name="connsiteX11-1937" fmla="*/ 1354605 w 5342334"/>
              <a:gd name="connsiteY11-1938" fmla="*/ 2912708 h 5785910"/>
              <a:gd name="connsiteX12-1939" fmla="*/ 3380735 w 5342334"/>
              <a:gd name="connsiteY12-1940" fmla="*/ 118 h 5785910"/>
              <a:gd name="connsiteX13-1941" fmla="*/ 3863622 w 5342334"/>
              <a:gd name="connsiteY13-1942" fmla="*/ 912639 h 5785910"/>
              <a:gd name="connsiteX14-1943" fmla="*/ 3674765 w 5342334"/>
              <a:gd name="connsiteY14-1944" fmla="*/ 2045786 h 5785910"/>
              <a:gd name="connsiteX15-1945" fmla="*/ 4585837 w 5342334"/>
              <a:gd name="connsiteY15-1946" fmla="*/ 2046833 h 5785910"/>
              <a:gd name="connsiteX16-1947" fmla="*/ 4775401 w 5342334"/>
              <a:gd name="connsiteY16-1948" fmla="*/ 2003486 h 5785910"/>
              <a:gd name="connsiteX17-1949" fmla="*/ 5203724 w 5342334"/>
              <a:gd name="connsiteY17-1950" fmla="*/ 2381935 h 5785910"/>
              <a:gd name="connsiteX18-1951" fmla="*/ 4980124 w 5342334"/>
              <a:gd name="connsiteY18-1952" fmla="*/ 2705696 h 5785910"/>
              <a:gd name="connsiteX19-1953" fmla="*/ 5342334 w 5342334"/>
              <a:gd name="connsiteY19-1954" fmla="*/ 3258997 h 5785910"/>
              <a:gd name="connsiteX20-1955" fmla="*/ 5107100 w 5342334"/>
              <a:gd name="connsiteY20-1956" fmla="*/ 3754493 h 5785910"/>
              <a:gd name="connsiteX21-1957" fmla="*/ 5342334 w 5342334"/>
              <a:gd name="connsiteY21-1958" fmla="*/ 4140580 h 5785910"/>
              <a:gd name="connsiteX22-1959" fmla="*/ 4844706 w 5342334"/>
              <a:gd name="connsiteY22-1960" fmla="*/ 4606676 h 5785910"/>
              <a:gd name="connsiteX23-1961" fmla="*/ 4790537 w 5342334"/>
              <a:gd name="connsiteY23-1962" fmla="*/ 4596433 h 5785910"/>
              <a:gd name="connsiteX24-1963" fmla="*/ 4802287 w 5342334"/>
              <a:gd name="connsiteY24-1964" fmla="*/ 4606672 h 5785910"/>
              <a:gd name="connsiteX25-1965" fmla="*/ 5191248 w 5342334"/>
              <a:gd name="connsiteY25-1966" fmla="*/ 4997228 h 5785910"/>
              <a:gd name="connsiteX26-1967" fmla="*/ 4866278 w 5342334"/>
              <a:gd name="connsiteY26-1968" fmla="*/ 5435572 h 5785910"/>
              <a:gd name="connsiteX27-1969" fmla="*/ 4581456 w 5342334"/>
              <a:gd name="connsiteY27-1970" fmla="*/ 5443059 h 5785910"/>
              <a:gd name="connsiteX28-1971" fmla="*/ 4593578 w 5342334"/>
              <a:gd name="connsiteY28-1972" fmla="*/ 5444848 h 5785910"/>
              <a:gd name="connsiteX29-1973" fmla="*/ 4581281 w 5342334"/>
              <a:gd name="connsiteY29-1974" fmla="*/ 5445228 h 5785910"/>
              <a:gd name="connsiteX30-1975" fmla="*/ 2276075 w 5342334"/>
              <a:gd name="connsiteY30-1976" fmla="*/ 5536459 h 5785910"/>
              <a:gd name="connsiteX31-1977" fmla="*/ 1567871 w 5342334"/>
              <a:gd name="connsiteY31-1978" fmla="*/ 2924388 h 5785910"/>
              <a:gd name="connsiteX32-1979" fmla="*/ 1975047 w 5342334"/>
              <a:gd name="connsiteY32-1980" fmla="*/ 2725675 h 5785910"/>
              <a:gd name="connsiteX33-1981" fmla="*/ 2654934 w 5342334"/>
              <a:gd name="connsiteY33-1982" fmla="*/ 1630299 h 5785910"/>
              <a:gd name="connsiteX34-1983" fmla="*/ 3108192 w 5342334"/>
              <a:gd name="connsiteY34-1984" fmla="*/ 686009 h 5785910"/>
              <a:gd name="connsiteX35-1985" fmla="*/ 3334821 w 5342334"/>
              <a:gd name="connsiteY35-1986" fmla="*/ 6121 h 5785910"/>
              <a:gd name="connsiteX36-1987" fmla="*/ 3380735 w 5342334"/>
              <a:gd name="connsiteY36-1988" fmla="*/ 118 h 5785910"/>
              <a:gd name="connsiteX0-1989" fmla="*/ 1438934 w 5342334"/>
              <a:gd name="connsiteY0-1990" fmla="*/ 2944008 h 5785910"/>
              <a:gd name="connsiteX1-1991" fmla="*/ 1441770 w 5342334"/>
              <a:gd name="connsiteY1-1992" fmla="*/ 2943473 h 5785910"/>
              <a:gd name="connsiteX2-1993" fmla="*/ 1438934 w 5342334"/>
              <a:gd name="connsiteY2-1994" fmla="*/ 2944008 h 5785910"/>
              <a:gd name="connsiteX3-1995" fmla="*/ 1354605 w 5342334"/>
              <a:gd name="connsiteY3-1996" fmla="*/ 2912708 h 5785910"/>
              <a:gd name="connsiteX4-1997" fmla="*/ 1423317 w 5342334"/>
              <a:gd name="connsiteY4-1998" fmla="*/ 2947468 h 5785910"/>
              <a:gd name="connsiteX5-1999" fmla="*/ 1421525 w 5342334"/>
              <a:gd name="connsiteY5-2000" fmla="*/ 3320849 h 5785910"/>
              <a:gd name="connsiteX6-2001" fmla="*/ 2146318 w 5342334"/>
              <a:gd name="connsiteY6-2002" fmla="*/ 5548257 h 5785910"/>
              <a:gd name="connsiteX7-2003" fmla="*/ 2115204 w 5342334"/>
              <a:gd name="connsiteY7-2004" fmla="*/ 5553206 h 5785910"/>
              <a:gd name="connsiteX8-2005" fmla="*/ 1246460 w 5342334"/>
              <a:gd name="connsiteY8-2006" fmla="*/ 5785910 h 5785910"/>
              <a:gd name="connsiteX9-2007" fmla="*/ 0 w 5342334"/>
              <a:gd name="connsiteY9-2008" fmla="*/ 3148605 h 5785910"/>
              <a:gd name="connsiteX10-2009" fmla="*/ 1262428 w 5342334"/>
              <a:gd name="connsiteY10-2010" fmla="*/ 2938106 h 5785910"/>
              <a:gd name="connsiteX11-2011" fmla="*/ 1354605 w 5342334"/>
              <a:gd name="connsiteY11-2012" fmla="*/ 2912708 h 5785910"/>
              <a:gd name="connsiteX12-2013" fmla="*/ 3380735 w 5342334"/>
              <a:gd name="connsiteY12-2014" fmla="*/ 118 h 5785910"/>
              <a:gd name="connsiteX13-2015" fmla="*/ 3863622 w 5342334"/>
              <a:gd name="connsiteY13-2016" fmla="*/ 912639 h 5785910"/>
              <a:gd name="connsiteX14-2017" fmla="*/ 3674765 w 5342334"/>
              <a:gd name="connsiteY14-2018" fmla="*/ 2045786 h 5785910"/>
              <a:gd name="connsiteX15-2019" fmla="*/ 4585837 w 5342334"/>
              <a:gd name="connsiteY15-2020" fmla="*/ 2046833 h 5785910"/>
              <a:gd name="connsiteX16-2021" fmla="*/ 4775401 w 5342334"/>
              <a:gd name="connsiteY16-2022" fmla="*/ 2003486 h 5785910"/>
              <a:gd name="connsiteX17-2023" fmla="*/ 5203724 w 5342334"/>
              <a:gd name="connsiteY17-2024" fmla="*/ 2381935 h 5785910"/>
              <a:gd name="connsiteX18-2025" fmla="*/ 4980124 w 5342334"/>
              <a:gd name="connsiteY18-2026" fmla="*/ 2705696 h 5785910"/>
              <a:gd name="connsiteX19-2027" fmla="*/ 5342334 w 5342334"/>
              <a:gd name="connsiteY19-2028" fmla="*/ 3258997 h 5785910"/>
              <a:gd name="connsiteX20-2029" fmla="*/ 5107100 w 5342334"/>
              <a:gd name="connsiteY20-2030" fmla="*/ 3754493 h 5785910"/>
              <a:gd name="connsiteX21-2031" fmla="*/ 5342334 w 5342334"/>
              <a:gd name="connsiteY21-2032" fmla="*/ 4140580 h 5785910"/>
              <a:gd name="connsiteX22-2033" fmla="*/ 4844706 w 5342334"/>
              <a:gd name="connsiteY22-2034" fmla="*/ 4606676 h 5785910"/>
              <a:gd name="connsiteX23-2035" fmla="*/ 4790537 w 5342334"/>
              <a:gd name="connsiteY23-2036" fmla="*/ 4596433 h 5785910"/>
              <a:gd name="connsiteX24-2037" fmla="*/ 4802287 w 5342334"/>
              <a:gd name="connsiteY24-2038" fmla="*/ 4606672 h 5785910"/>
              <a:gd name="connsiteX25-2039" fmla="*/ 5191248 w 5342334"/>
              <a:gd name="connsiteY25-2040" fmla="*/ 4997228 h 5785910"/>
              <a:gd name="connsiteX26-2041" fmla="*/ 4866278 w 5342334"/>
              <a:gd name="connsiteY26-2042" fmla="*/ 5435572 h 5785910"/>
              <a:gd name="connsiteX27-2043" fmla="*/ 4581456 w 5342334"/>
              <a:gd name="connsiteY27-2044" fmla="*/ 5443059 h 5785910"/>
              <a:gd name="connsiteX28-2045" fmla="*/ 4593578 w 5342334"/>
              <a:gd name="connsiteY28-2046" fmla="*/ 5444848 h 5785910"/>
              <a:gd name="connsiteX29-2047" fmla="*/ 4581281 w 5342334"/>
              <a:gd name="connsiteY29-2048" fmla="*/ 5445228 h 5785910"/>
              <a:gd name="connsiteX30-2049" fmla="*/ 2276075 w 5342334"/>
              <a:gd name="connsiteY30-2050" fmla="*/ 5536459 h 5785910"/>
              <a:gd name="connsiteX31-2051" fmla="*/ 1567871 w 5342334"/>
              <a:gd name="connsiteY31-2052" fmla="*/ 2924388 h 5785910"/>
              <a:gd name="connsiteX32-2053" fmla="*/ 1975047 w 5342334"/>
              <a:gd name="connsiteY32-2054" fmla="*/ 2725675 h 5785910"/>
              <a:gd name="connsiteX33-2055" fmla="*/ 2654934 w 5342334"/>
              <a:gd name="connsiteY33-2056" fmla="*/ 1630299 h 5785910"/>
              <a:gd name="connsiteX34-2057" fmla="*/ 3108192 w 5342334"/>
              <a:gd name="connsiteY34-2058" fmla="*/ 686009 h 5785910"/>
              <a:gd name="connsiteX35-2059" fmla="*/ 3334821 w 5342334"/>
              <a:gd name="connsiteY35-2060" fmla="*/ 6121 h 5785910"/>
              <a:gd name="connsiteX36-2061" fmla="*/ 3380735 w 5342334"/>
              <a:gd name="connsiteY36-2062" fmla="*/ 118 h 5785910"/>
            </a:gdLst>
            <a:ahLst/>
            <a:cxnLst>
              <a:cxn ang="0">
                <a:pos x="connsiteX0-1989" y="connsiteY0-1990"/>
              </a:cxn>
              <a:cxn ang="0">
                <a:pos x="connsiteX1-1991" y="connsiteY1-1992"/>
              </a:cxn>
              <a:cxn ang="0">
                <a:pos x="connsiteX2-1993" y="connsiteY2-1994"/>
              </a:cxn>
              <a:cxn ang="0">
                <a:pos x="connsiteX3-1995" y="connsiteY3-1996"/>
              </a:cxn>
              <a:cxn ang="0">
                <a:pos x="connsiteX4-1997" y="connsiteY4-1998"/>
              </a:cxn>
              <a:cxn ang="0">
                <a:pos x="connsiteX5-1999" y="connsiteY5-2000"/>
              </a:cxn>
              <a:cxn ang="0">
                <a:pos x="connsiteX6-2001" y="connsiteY6-2002"/>
              </a:cxn>
              <a:cxn ang="0">
                <a:pos x="connsiteX7-2003" y="connsiteY7-2004"/>
              </a:cxn>
              <a:cxn ang="0">
                <a:pos x="connsiteX8-2005" y="connsiteY8-2006"/>
              </a:cxn>
              <a:cxn ang="0">
                <a:pos x="connsiteX9-2007" y="connsiteY9-2008"/>
              </a:cxn>
              <a:cxn ang="0">
                <a:pos x="connsiteX10-2009" y="connsiteY10-2010"/>
              </a:cxn>
              <a:cxn ang="0">
                <a:pos x="connsiteX11-2011" y="connsiteY11-2012"/>
              </a:cxn>
              <a:cxn ang="0">
                <a:pos x="connsiteX12-2013" y="connsiteY12-2014"/>
              </a:cxn>
              <a:cxn ang="0">
                <a:pos x="connsiteX13-2015" y="connsiteY13-2016"/>
              </a:cxn>
              <a:cxn ang="0">
                <a:pos x="connsiteX14-2017" y="connsiteY14-2018"/>
              </a:cxn>
              <a:cxn ang="0">
                <a:pos x="connsiteX15-2019" y="connsiteY15-2020"/>
              </a:cxn>
              <a:cxn ang="0">
                <a:pos x="connsiteX16-2021" y="connsiteY16-2022"/>
              </a:cxn>
              <a:cxn ang="0">
                <a:pos x="connsiteX17-2023" y="connsiteY17-2024"/>
              </a:cxn>
              <a:cxn ang="0">
                <a:pos x="connsiteX18-2025" y="connsiteY18-2026"/>
              </a:cxn>
              <a:cxn ang="0">
                <a:pos x="connsiteX19-2027" y="connsiteY19-2028"/>
              </a:cxn>
              <a:cxn ang="0">
                <a:pos x="connsiteX20-2029" y="connsiteY20-2030"/>
              </a:cxn>
              <a:cxn ang="0">
                <a:pos x="connsiteX21-2031" y="connsiteY21-2032"/>
              </a:cxn>
              <a:cxn ang="0">
                <a:pos x="connsiteX22-2033" y="connsiteY22-2034"/>
              </a:cxn>
              <a:cxn ang="0">
                <a:pos x="connsiteX23-2035" y="connsiteY23-2036"/>
              </a:cxn>
              <a:cxn ang="0">
                <a:pos x="connsiteX24-2037" y="connsiteY24-2038"/>
              </a:cxn>
              <a:cxn ang="0">
                <a:pos x="connsiteX25-2039" y="connsiteY25-2040"/>
              </a:cxn>
              <a:cxn ang="0">
                <a:pos x="connsiteX26-2041" y="connsiteY26-2042"/>
              </a:cxn>
              <a:cxn ang="0">
                <a:pos x="connsiteX27-2043" y="connsiteY27-2044"/>
              </a:cxn>
              <a:cxn ang="0">
                <a:pos x="connsiteX28-2045" y="connsiteY28-2046"/>
              </a:cxn>
              <a:cxn ang="0">
                <a:pos x="connsiteX29-2047" y="connsiteY29-2048"/>
              </a:cxn>
              <a:cxn ang="0">
                <a:pos x="connsiteX30-2049" y="connsiteY30-2050"/>
              </a:cxn>
              <a:cxn ang="0">
                <a:pos x="connsiteX31-2051" y="connsiteY31-2052"/>
              </a:cxn>
              <a:cxn ang="0">
                <a:pos x="connsiteX32-2053" y="connsiteY32-2054"/>
              </a:cxn>
              <a:cxn ang="0">
                <a:pos x="connsiteX33-2055" y="connsiteY33-2056"/>
              </a:cxn>
              <a:cxn ang="0">
                <a:pos x="connsiteX34-2057" y="connsiteY34-2058"/>
              </a:cxn>
              <a:cxn ang="0">
                <a:pos x="connsiteX35-2059" y="connsiteY35-2060"/>
              </a:cxn>
              <a:cxn ang="0">
                <a:pos x="connsiteX36-2061" y="connsiteY36-2062"/>
              </a:cxn>
            </a:cxnLst>
            <a:rect l="l" t="t" r="r" b="b"/>
            <a:pathLst>
              <a:path w="5342334" h="5785910">
                <a:moveTo>
                  <a:pt x="1438934" y="2944008"/>
                </a:moveTo>
                <a:lnTo>
                  <a:pt x="1441770" y="2943473"/>
                </a:lnTo>
                <a:lnTo>
                  <a:pt x="1438934" y="2944008"/>
                </a:lnTo>
                <a:close/>
                <a:moveTo>
                  <a:pt x="1354605" y="2912708"/>
                </a:moveTo>
                <a:cubicBezTo>
                  <a:pt x="1381420" y="2914268"/>
                  <a:pt x="1412164" y="2879445"/>
                  <a:pt x="1423317" y="2947468"/>
                </a:cubicBezTo>
                <a:cubicBezTo>
                  <a:pt x="1434470" y="3015491"/>
                  <a:pt x="1420535" y="3195595"/>
                  <a:pt x="1421525" y="3320849"/>
                </a:cubicBezTo>
                <a:cubicBezTo>
                  <a:pt x="1438368" y="4219980"/>
                  <a:pt x="1608134" y="5048330"/>
                  <a:pt x="2146318" y="5548257"/>
                </a:cubicBezTo>
                <a:cubicBezTo>
                  <a:pt x="2132082" y="5546972"/>
                  <a:pt x="2129659" y="5554867"/>
                  <a:pt x="2115204" y="5553206"/>
                </a:cubicBezTo>
                <a:lnTo>
                  <a:pt x="1246460" y="5785910"/>
                </a:lnTo>
                <a:cubicBezTo>
                  <a:pt x="37772" y="4518970"/>
                  <a:pt x="415487" y="4027706"/>
                  <a:pt x="0" y="3148605"/>
                </a:cubicBezTo>
                <a:cubicBezTo>
                  <a:pt x="396729" y="3102488"/>
                  <a:pt x="860213" y="3040376"/>
                  <a:pt x="1262428" y="2938106"/>
                </a:cubicBezTo>
                <a:lnTo>
                  <a:pt x="1354605" y="2912708"/>
                </a:lnTo>
                <a:close/>
                <a:moveTo>
                  <a:pt x="3380735" y="118"/>
                </a:moveTo>
                <a:cubicBezTo>
                  <a:pt x="3615010" y="9662"/>
                  <a:pt x="3910837" y="593941"/>
                  <a:pt x="3863622" y="912639"/>
                </a:cubicBezTo>
                <a:cubicBezTo>
                  <a:pt x="3800670" y="1290355"/>
                  <a:pt x="3548860" y="1856928"/>
                  <a:pt x="3674765" y="2045786"/>
                </a:cubicBezTo>
                <a:cubicBezTo>
                  <a:pt x="3797827" y="2230377"/>
                  <a:pt x="4501324" y="2071126"/>
                  <a:pt x="4585837" y="2046833"/>
                </a:cubicBezTo>
                <a:cubicBezTo>
                  <a:pt x="4670350" y="2022540"/>
                  <a:pt x="4615047" y="2013011"/>
                  <a:pt x="4775401" y="2003486"/>
                </a:cubicBezTo>
                <a:cubicBezTo>
                  <a:pt x="4935754" y="1993961"/>
                  <a:pt x="5203724" y="2172925"/>
                  <a:pt x="5203724" y="2381935"/>
                </a:cubicBezTo>
                <a:cubicBezTo>
                  <a:pt x="5203724" y="2524417"/>
                  <a:pt x="5114611" y="2648510"/>
                  <a:pt x="4980124" y="2705696"/>
                </a:cubicBezTo>
                <a:cubicBezTo>
                  <a:pt x="5186442" y="2738785"/>
                  <a:pt x="5342334" y="2974614"/>
                  <a:pt x="5342334" y="3258997"/>
                </a:cubicBezTo>
                <a:cubicBezTo>
                  <a:pt x="5342334" y="3478715"/>
                  <a:pt x="5249280" y="3669449"/>
                  <a:pt x="5107100" y="3754493"/>
                </a:cubicBezTo>
                <a:cubicBezTo>
                  <a:pt x="5250279" y="3829786"/>
                  <a:pt x="5342334" y="3975115"/>
                  <a:pt x="5342334" y="4140580"/>
                </a:cubicBezTo>
                <a:cubicBezTo>
                  <a:pt x="5342334" y="4397998"/>
                  <a:pt x="5119540" y="4606676"/>
                  <a:pt x="4844706" y="4606676"/>
                </a:cubicBezTo>
                <a:lnTo>
                  <a:pt x="4790537" y="4596433"/>
                </a:lnTo>
                <a:lnTo>
                  <a:pt x="4802287" y="4606672"/>
                </a:lnTo>
                <a:cubicBezTo>
                  <a:pt x="5095775" y="4623426"/>
                  <a:pt x="5180585" y="4859077"/>
                  <a:pt x="5191248" y="4997228"/>
                </a:cubicBezTo>
                <a:cubicBezTo>
                  <a:pt x="5201911" y="5135379"/>
                  <a:pt x="5088613" y="5385095"/>
                  <a:pt x="4866278" y="5435572"/>
                </a:cubicBezTo>
                <a:lnTo>
                  <a:pt x="4581456" y="5443059"/>
                </a:lnTo>
                <a:lnTo>
                  <a:pt x="4593578" y="5444848"/>
                </a:lnTo>
                <a:lnTo>
                  <a:pt x="4581281" y="5445228"/>
                </a:lnTo>
                <a:cubicBezTo>
                  <a:pt x="3769354" y="5470211"/>
                  <a:pt x="4031718" y="5729575"/>
                  <a:pt x="2276075" y="5536459"/>
                </a:cubicBezTo>
                <a:cubicBezTo>
                  <a:pt x="1740041" y="5125519"/>
                  <a:pt x="1434982" y="3948583"/>
                  <a:pt x="1567871" y="2924388"/>
                </a:cubicBezTo>
                <a:cubicBezTo>
                  <a:pt x="1736241" y="2898340"/>
                  <a:pt x="1793870" y="2941357"/>
                  <a:pt x="1975047" y="2725675"/>
                </a:cubicBezTo>
                <a:cubicBezTo>
                  <a:pt x="2156224" y="2509993"/>
                  <a:pt x="2466077" y="1970243"/>
                  <a:pt x="2654934" y="1630299"/>
                </a:cubicBezTo>
                <a:cubicBezTo>
                  <a:pt x="2843792" y="1290355"/>
                  <a:pt x="2994878" y="956704"/>
                  <a:pt x="3108192" y="686009"/>
                </a:cubicBezTo>
                <a:cubicBezTo>
                  <a:pt x="3221507" y="415315"/>
                  <a:pt x="3095602" y="81664"/>
                  <a:pt x="3334821" y="6121"/>
                </a:cubicBezTo>
                <a:cubicBezTo>
                  <a:pt x="3349773" y="1399"/>
                  <a:pt x="3365117" y="-519"/>
                  <a:pt x="3380735" y="118"/>
                </a:cubicBezTo>
                <a:close/>
              </a:path>
            </a:pathLst>
          </a:custGeom>
          <a:solidFill>
            <a:srgbClr val="40D096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tIns="302333" anchor="ctr">
            <a:normAutofit fontScale="25000" lnSpcReduction="20000"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755" dirty="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40" name="KSO_Shape"/>
          <p:cNvSpPr/>
          <p:nvPr>
            <p:custDataLst>
              <p:tags r:id="rId18"/>
            </p:custDataLst>
          </p:nvPr>
        </p:nvSpPr>
        <p:spPr bwMode="auto">
          <a:xfrm>
            <a:off x="3986722" y="1398757"/>
            <a:ext cx="182192" cy="160936"/>
          </a:xfrm>
          <a:custGeom>
            <a:avLst/>
            <a:gdLst>
              <a:gd name="T0" fmla="*/ 2147483646 w 6141"/>
              <a:gd name="T1" fmla="*/ 2147483646 h 5423"/>
              <a:gd name="T2" fmla="*/ 2147483646 w 6141"/>
              <a:gd name="T3" fmla="*/ 2147483646 h 5423"/>
              <a:gd name="T4" fmla="*/ 2147483646 w 6141"/>
              <a:gd name="T5" fmla="*/ 2147483646 h 5423"/>
              <a:gd name="T6" fmla="*/ 2147483646 w 6141"/>
              <a:gd name="T7" fmla="*/ 2147483646 h 5423"/>
              <a:gd name="T8" fmla="*/ 2147483646 w 6141"/>
              <a:gd name="T9" fmla="*/ 2147483646 h 5423"/>
              <a:gd name="T10" fmla="*/ 2147483646 w 6141"/>
              <a:gd name="T11" fmla="*/ 2147483646 h 5423"/>
              <a:gd name="T12" fmla="*/ 2147483646 w 6141"/>
              <a:gd name="T13" fmla="*/ 2147483646 h 5423"/>
              <a:gd name="T14" fmla="*/ 2147483646 w 6141"/>
              <a:gd name="T15" fmla="*/ 2147483646 h 5423"/>
              <a:gd name="T16" fmla="*/ 2147483646 w 6141"/>
              <a:gd name="T17" fmla="*/ 2147483646 h 5423"/>
              <a:gd name="T18" fmla="*/ 2147483646 w 6141"/>
              <a:gd name="T19" fmla="*/ 2147483646 h 5423"/>
              <a:gd name="T20" fmla="*/ 2147483646 w 6141"/>
              <a:gd name="T21" fmla="*/ 2147483646 h 5423"/>
              <a:gd name="T22" fmla="*/ 2147483646 w 6141"/>
              <a:gd name="T23" fmla="*/ 2147483646 h 5423"/>
              <a:gd name="T24" fmla="*/ 2147483646 w 6141"/>
              <a:gd name="T25" fmla="*/ 2147483646 h 5423"/>
              <a:gd name="T26" fmla="*/ 2147483646 w 6141"/>
              <a:gd name="T27" fmla="*/ 2147483646 h 5423"/>
              <a:gd name="T28" fmla="*/ 2147483646 w 6141"/>
              <a:gd name="T29" fmla="*/ 2147483646 h 5423"/>
              <a:gd name="T30" fmla="*/ 2147483646 w 6141"/>
              <a:gd name="T31" fmla="*/ 2147483646 h 5423"/>
              <a:gd name="T32" fmla="*/ 2147483646 w 6141"/>
              <a:gd name="T33" fmla="*/ 2147483646 h 5423"/>
              <a:gd name="T34" fmla="*/ 2147483646 w 6141"/>
              <a:gd name="T35" fmla="*/ 2147483646 h 5423"/>
              <a:gd name="T36" fmla="*/ 1283615740 w 6141"/>
              <a:gd name="T37" fmla="*/ 2147483646 h 5423"/>
              <a:gd name="T38" fmla="*/ 507518554 w 6141"/>
              <a:gd name="T39" fmla="*/ 2147483646 h 5423"/>
              <a:gd name="T40" fmla="*/ 59662702 w 6141"/>
              <a:gd name="T41" fmla="*/ 2147483646 h 5423"/>
              <a:gd name="T42" fmla="*/ 29831351 w 6141"/>
              <a:gd name="T43" fmla="*/ 2147483646 h 5423"/>
              <a:gd name="T44" fmla="*/ 328337809 w 6141"/>
              <a:gd name="T45" fmla="*/ 2147483646 h 5423"/>
              <a:gd name="T46" fmla="*/ 1014940943 w 6141"/>
              <a:gd name="T47" fmla="*/ 2147483646 h 5423"/>
              <a:gd name="T48" fmla="*/ 2089640752 w 6141"/>
              <a:gd name="T49" fmla="*/ 2147483646 h 5423"/>
              <a:gd name="T50" fmla="*/ 2147483646 w 6141"/>
              <a:gd name="T51" fmla="*/ 2147483646 h 5423"/>
              <a:gd name="T52" fmla="*/ 2147483646 w 6141"/>
              <a:gd name="T53" fmla="*/ 2147483646 h 5423"/>
              <a:gd name="T54" fmla="*/ 2147483646 w 6141"/>
              <a:gd name="T55" fmla="*/ 2147483646 h 5423"/>
              <a:gd name="T56" fmla="*/ 2147483646 w 6141"/>
              <a:gd name="T57" fmla="*/ 2147483646 h 5423"/>
              <a:gd name="T58" fmla="*/ 2147483646 w 6141"/>
              <a:gd name="T59" fmla="*/ 2147483646 h 5423"/>
              <a:gd name="T60" fmla="*/ 2147483646 w 6141"/>
              <a:gd name="T61" fmla="*/ 2147483646 h 5423"/>
              <a:gd name="T62" fmla="*/ 2147483646 w 6141"/>
              <a:gd name="T63" fmla="*/ 2147483646 h 5423"/>
              <a:gd name="T64" fmla="*/ 2147483646 w 6141"/>
              <a:gd name="T65" fmla="*/ 2147483646 h 5423"/>
              <a:gd name="T66" fmla="*/ 2147483646 w 6141"/>
              <a:gd name="T67" fmla="*/ 2147483646 h 5423"/>
              <a:gd name="T68" fmla="*/ 2147483646 w 6141"/>
              <a:gd name="T69" fmla="*/ 2147483646 h 5423"/>
              <a:gd name="T70" fmla="*/ 2147483646 w 6141"/>
              <a:gd name="T71" fmla="*/ 2147483646 h 5423"/>
              <a:gd name="T72" fmla="*/ 2147483646 w 6141"/>
              <a:gd name="T73" fmla="*/ 2147483646 h 5423"/>
              <a:gd name="T74" fmla="*/ 2147483646 w 6141"/>
              <a:gd name="T75" fmla="*/ 2147483646 h 5423"/>
              <a:gd name="T76" fmla="*/ 2147483646 w 6141"/>
              <a:gd name="T77" fmla="*/ 2147483646 h 5423"/>
              <a:gd name="T78" fmla="*/ 2147483646 w 6141"/>
              <a:gd name="T79" fmla="*/ 2147483646 h 5423"/>
              <a:gd name="T80" fmla="*/ 2147483646 w 6141"/>
              <a:gd name="T81" fmla="*/ 2147483646 h 5423"/>
              <a:gd name="T82" fmla="*/ 2147483646 w 6141"/>
              <a:gd name="T83" fmla="*/ 2147483646 h 5423"/>
              <a:gd name="T84" fmla="*/ 2147483646 w 6141"/>
              <a:gd name="T85" fmla="*/ 2147483646 h 5423"/>
              <a:gd name="T86" fmla="*/ 2147483646 w 6141"/>
              <a:gd name="T87" fmla="*/ 2147483646 h 5423"/>
              <a:gd name="T88" fmla="*/ 2147483646 w 6141"/>
              <a:gd name="T89" fmla="*/ 2147483646 h 5423"/>
              <a:gd name="T90" fmla="*/ 2147483646 w 6141"/>
              <a:gd name="T91" fmla="*/ 2147483646 h 5423"/>
              <a:gd name="T92" fmla="*/ 2147483646 w 6141"/>
              <a:gd name="T93" fmla="*/ 2147483646 h 5423"/>
              <a:gd name="T94" fmla="*/ 2147483646 w 6141"/>
              <a:gd name="T95" fmla="*/ 2147483646 h 5423"/>
              <a:gd name="T96" fmla="*/ 2147483646 w 6141"/>
              <a:gd name="T97" fmla="*/ 2147483646 h 5423"/>
              <a:gd name="T98" fmla="*/ 2147483646 w 6141"/>
              <a:gd name="T99" fmla="*/ 2147483646 h 5423"/>
              <a:gd name="T100" fmla="*/ 2147483646 w 6141"/>
              <a:gd name="T101" fmla="*/ 2147483646 h 5423"/>
              <a:gd name="T102" fmla="*/ 2147483646 w 6141"/>
              <a:gd name="T103" fmla="*/ 2147483646 h 5423"/>
              <a:gd name="T104" fmla="*/ 2147483646 w 6141"/>
              <a:gd name="T105" fmla="*/ 2147483646 h 5423"/>
              <a:gd name="T106" fmla="*/ 2147483646 w 6141"/>
              <a:gd name="T107" fmla="*/ 2147483646 h 5423"/>
              <a:gd name="T108" fmla="*/ 2147483646 w 6141"/>
              <a:gd name="T109" fmla="*/ 2147483646 h 5423"/>
              <a:gd name="T110" fmla="*/ 2147483646 w 6141"/>
              <a:gd name="T111" fmla="*/ 2147483646 h 5423"/>
              <a:gd name="T112" fmla="*/ 2147483646 w 6141"/>
              <a:gd name="T113" fmla="*/ 2147483646 h 5423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6141" h="5423">
                <a:moveTo>
                  <a:pt x="5729" y="1087"/>
                </a:moveTo>
                <a:lnTo>
                  <a:pt x="4236" y="2580"/>
                </a:lnTo>
                <a:lnTo>
                  <a:pt x="4360" y="2704"/>
                </a:lnTo>
                <a:lnTo>
                  <a:pt x="5857" y="1207"/>
                </a:lnTo>
                <a:lnTo>
                  <a:pt x="6141" y="1491"/>
                </a:lnTo>
                <a:lnTo>
                  <a:pt x="4502" y="3130"/>
                </a:lnTo>
                <a:lnTo>
                  <a:pt x="4360" y="3272"/>
                </a:lnTo>
                <a:lnTo>
                  <a:pt x="4219" y="3130"/>
                </a:lnTo>
                <a:lnTo>
                  <a:pt x="3896" y="2808"/>
                </a:lnTo>
                <a:lnTo>
                  <a:pt x="3455" y="3249"/>
                </a:lnTo>
                <a:lnTo>
                  <a:pt x="5045" y="4805"/>
                </a:lnTo>
                <a:lnTo>
                  <a:pt x="4476" y="5372"/>
                </a:lnTo>
                <a:lnTo>
                  <a:pt x="2888" y="3817"/>
                </a:lnTo>
                <a:lnTo>
                  <a:pt x="1298" y="5423"/>
                </a:lnTo>
                <a:lnTo>
                  <a:pt x="731" y="4855"/>
                </a:lnTo>
                <a:lnTo>
                  <a:pt x="2320" y="3249"/>
                </a:lnTo>
                <a:lnTo>
                  <a:pt x="2011" y="2939"/>
                </a:lnTo>
                <a:lnTo>
                  <a:pt x="1965" y="2956"/>
                </a:lnTo>
                <a:lnTo>
                  <a:pt x="1920" y="2970"/>
                </a:lnTo>
                <a:lnTo>
                  <a:pt x="1873" y="2982"/>
                </a:lnTo>
                <a:lnTo>
                  <a:pt x="1826" y="2993"/>
                </a:lnTo>
                <a:lnTo>
                  <a:pt x="1778" y="3001"/>
                </a:lnTo>
                <a:lnTo>
                  <a:pt x="1731" y="3008"/>
                </a:lnTo>
                <a:lnTo>
                  <a:pt x="1682" y="3013"/>
                </a:lnTo>
                <a:lnTo>
                  <a:pt x="1633" y="3017"/>
                </a:lnTo>
                <a:lnTo>
                  <a:pt x="1584" y="3018"/>
                </a:lnTo>
                <a:lnTo>
                  <a:pt x="1534" y="3017"/>
                </a:lnTo>
                <a:lnTo>
                  <a:pt x="1484" y="3014"/>
                </a:lnTo>
                <a:lnTo>
                  <a:pt x="1434" y="3010"/>
                </a:lnTo>
                <a:lnTo>
                  <a:pt x="1384" y="3003"/>
                </a:lnTo>
                <a:lnTo>
                  <a:pt x="1333" y="2996"/>
                </a:lnTo>
                <a:lnTo>
                  <a:pt x="1283" y="2986"/>
                </a:lnTo>
                <a:lnTo>
                  <a:pt x="1232" y="2973"/>
                </a:lnTo>
                <a:lnTo>
                  <a:pt x="1183" y="2959"/>
                </a:lnTo>
                <a:lnTo>
                  <a:pt x="1133" y="2944"/>
                </a:lnTo>
                <a:lnTo>
                  <a:pt x="1083" y="2927"/>
                </a:lnTo>
                <a:lnTo>
                  <a:pt x="1033" y="2907"/>
                </a:lnTo>
                <a:lnTo>
                  <a:pt x="984" y="2886"/>
                </a:lnTo>
                <a:lnTo>
                  <a:pt x="935" y="2864"/>
                </a:lnTo>
                <a:lnTo>
                  <a:pt x="886" y="2840"/>
                </a:lnTo>
                <a:lnTo>
                  <a:pt x="839" y="2813"/>
                </a:lnTo>
                <a:lnTo>
                  <a:pt x="791" y="2784"/>
                </a:lnTo>
                <a:lnTo>
                  <a:pt x="745" y="2755"/>
                </a:lnTo>
                <a:lnTo>
                  <a:pt x="699" y="2723"/>
                </a:lnTo>
                <a:lnTo>
                  <a:pt x="653" y="2689"/>
                </a:lnTo>
                <a:lnTo>
                  <a:pt x="609" y="2654"/>
                </a:lnTo>
                <a:lnTo>
                  <a:pt x="565" y="2616"/>
                </a:lnTo>
                <a:lnTo>
                  <a:pt x="522" y="2578"/>
                </a:lnTo>
                <a:lnTo>
                  <a:pt x="480" y="2538"/>
                </a:lnTo>
                <a:lnTo>
                  <a:pt x="453" y="2510"/>
                </a:lnTo>
                <a:lnTo>
                  <a:pt x="428" y="2484"/>
                </a:lnTo>
                <a:lnTo>
                  <a:pt x="403" y="2455"/>
                </a:lnTo>
                <a:lnTo>
                  <a:pt x="379" y="2427"/>
                </a:lnTo>
                <a:lnTo>
                  <a:pt x="356" y="2399"/>
                </a:lnTo>
                <a:lnTo>
                  <a:pt x="333" y="2371"/>
                </a:lnTo>
                <a:lnTo>
                  <a:pt x="311" y="2341"/>
                </a:lnTo>
                <a:lnTo>
                  <a:pt x="290" y="2312"/>
                </a:lnTo>
                <a:lnTo>
                  <a:pt x="270" y="2283"/>
                </a:lnTo>
                <a:lnTo>
                  <a:pt x="250" y="2253"/>
                </a:lnTo>
                <a:lnTo>
                  <a:pt x="231" y="2223"/>
                </a:lnTo>
                <a:lnTo>
                  <a:pt x="212" y="2192"/>
                </a:lnTo>
                <a:lnTo>
                  <a:pt x="195" y="2161"/>
                </a:lnTo>
                <a:lnTo>
                  <a:pt x="178" y="2130"/>
                </a:lnTo>
                <a:lnTo>
                  <a:pt x="162" y="2099"/>
                </a:lnTo>
                <a:lnTo>
                  <a:pt x="147" y="2068"/>
                </a:lnTo>
                <a:lnTo>
                  <a:pt x="133" y="2037"/>
                </a:lnTo>
                <a:lnTo>
                  <a:pt x="118" y="2005"/>
                </a:lnTo>
                <a:lnTo>
                  <a:pt x="106" y="1973"/>
                </a:lnTo>
                <a:lnTo>
                  <a:pt x="93" y="1942"/>
                </a:lnTo>
                <a:lnTo>
                  <a:pt x="82" y="1910"/>
                </a:lnTo>
                <a:lnTo>
                  <a:pt x="71" y="1878"/>
                </a:lnTo>
                <a:lnTo>
                  <a:pt x="61" y="1846"/>
                </a:lnTo>
                <a:lnTo>
                  <a:pt x="52" y="1814"/>
                </a:lnTo>
                <a:lnTo>
                  <a:pt x="43" y="1781"/>
                </a:lnTo>
                <a:lnTo>
                  <a:pt x="35" y="1749"/>
                </a:lnTo>
                <a:lnTo>
                  <a:pt x="29" y="1717"/>
                </a:lnTo>
                <a:lnTo>
                  <a:pt x="22" y="1685"/>
                </a:lnTo>
                <a:lnTo>
                  <a:pt x="17" y="1651"/>
                </a:lnTo>
                <a:lnTo>
                  <a:pt x="12" y="1619"/>
                </a:lnTo>
                <a:lnTo>
                  <a:pt x="8" y="1587"/>
                </a:lnTo>
                <a:lnTo>
                  <a:pt x="6" y="1555"/>
                </a:lnTo>
                <a:lnTo>
                  <a:pt x="2" y="1523"/>
                </a:lnTo>
                <a:lnTo>
                  <a:pt x="1" y="1491"/>
                </a:lnTo>
                <a:lnTo>
                  <a:pt x="0" y="1459"/>
                </a:lnTo>
                <a:lnTo>
                  <a:pt x="0" y="1427"/>
                </a:lnTo>
                <a:lnTo>
                  <a:pt x="1" y="1395"/>
                </a:lnTo>
                <a:lnTo>
                  <a:pt x="2" y="1364"/>
                </a:lnTo>
                <a:lnTo>
                  <a:pt x="4" y="1332"/>
                </a:lnTo>
                <a:lnTo>
                  <a:pt x="8" y="1301"/>
                </a:lnTo>
                <a:lnTo>
                  <a:pt x="11" y="1270"/>
                </a:lnTo>
                <a:lnTo>
                  <a:pt x="15" y="1239"/>
                </a:lnTo>
                <a:lnTo>
                  <a:pt x="21" y="1208"/>
                </a:lnTo>
                <a:lnTo>
                  <a:pt x="28" y="1178"/>
                </a:lnTo>
                <a:lnTo>
                  <a:pt x="34" y="1149"/>
                </a:lnTo>
                <a:lnTo>
                  <a:pt x="42" y="1118"/>
                </a:lnTo>
                <a:lnTo>
                  <a:pt x="50" y="1089"/>
                </a:lnTo>
                <a:lnTo>
                  <a:pt x="60" y="1059"/>
                </a:lnTo>
                <a:lnTo>
                  <a:pt x="70" y="1030"/>
                </a:lnTo>
                <a:lnTo>
                  <a:pt x="81" y="1001"/>
                </a:lnTo>
                <a:lnTo>
                  <a:pt x="92" y="973"/>
                </a:lnTo>
                <a:lnTo>
                  <a:pt x="104" y="945"/>
                </a:lnTo>
                <a:lnTo>
                  <a:pt x="117" y="917"/>
                </a:lnTo>
                <a:lnTo>
                  <a:pt x="132" y="890"/>
                </a:lnTo>
                <a:lnTo>
                  <a:pt x="146" y="863"/>
                </a:lnTo>
                <a:lnTo>
                  <a:pt x="161" y="837"/>
                </a:lnTo>
                <a:lnTo>
                  <a:pt x="178" y="810"/>
                </a:lnTo>
                <a:lnTo>
                  <a:pt x="196" y="785"/>
                </a:lnTo>
                <a:lnTo>
                  <a:pt x="213" y="759"/>
                </a:lnTo>
                <a:lnTo>
                  <a:pt x="232" y="735"/>
                </a:lnTo>
                <a:lnTo>
                  <a:pt x="252" y="711"/>
                </a:lnTo>
                <a:lnTo>
                  <a:pt x="272" y="686"/>
                </a:lnTo>
                <a:lnTo>
                  <a:pt x="293" y="663"/>
                </a:lnTo>
                <a:lnTo>
                  <a:pt x="315" y="641"/>
                </a:lnTo>
                <a:lnTo>
                  <a:pt x="338" y="619"/>
                </a:lnTo>
                <a:lnTo>
                  <a:pt x="361" y="598"/>
                </a:lnTo>
                <a:lnTo>
                  <a:pt x="385" y="577"/>
                </a:lnTo>
                <a:lnTo>
                  <a:pt x="409" y="558"/>
                </a:lnTo>
                <a:lnTo>
                  <a:pt x="434" y="539"/>
                </a:lnTo>
                <a:lnTo>
                  <a:pt x="459" y="521"/>
                </a:lnTo>
                <a:lnTo>
                  <a:pt x="485" y="504"/>
                </a:lnTo>
                <a:lnTo>
                  <a:pt x="511" y="487"/>
                </a:lnTo>
                <a:lnTo>
                  <a:pt x="537" y="472"/>
                </a:lnTo>
                <a:lnTo>
                  <a:pt x="565" y="457"/>
                </a:lnTo>
                <a:lnTo>
                  <a:pt x="591" y="443"/>
                </a:lnTo>
                <a:lnTo>
                  <a:pt x="619" y="430"/>
                </a:lnTo>
                <a:lnTo>
                  <a:pt x="648" y="418"/>
                </a:lnTo>
                <a:lnTo>
                  <a:pt x="675" y="406"/>
                </a:lnTo>
                <a:lnTo>
                  <a:pt x="704" y="395"/>
                </a:lnTo>
                <a:lnTo>
                  <a:pt x="734" y="385"/>
                </a:lnTo>
                <a:lnTo>
                  <a:pt x="763" y="376"/>
                </a:lnTo>
                <a:lnTo>
                  <a:pt x="792" y="367"/>
                </a:lnTo>
                <a:lnTo>
                  <a:pt x="822" y="359"/>
                </a:lnTo>
                <a:lnTo>
                  <a:pt x="852" y="353"/>
                </a:lnTo>
                <a:lnTo>
                  <a:pt x="883" y="346"/>
                </a:lnTo>
                <a:lnTo>
                  <a:pt x="914" y="342"/>
                </a:lnTo>
                <a:lnTo>
                  <a:pt x="944" y="337"/>
                </a:lnTo>
                <a:lnTo>
                  <a:pt x="976" y="333"/>
                </a:lnTo>
                <a:lnTo>
                  <a:pt x="1007" y="329"/>
                </a:lnTo>
                <a:lnTo>
                  <a:pt x="1038" y="327"/>
                </a:lnTo>
                <a:lnTo>
                  <a:pt x="1070" y="326"/>
                </a:lnTo>
                <a:lnTo>
                  <a:pt x="1102" y="325"/>
                </a:lnTo>
                <a:lnTo>
                  <a:pt x="1133" y="326"/>
                </a:lnTo>
                <a:lnTo>
                  <a:pt x="1165" y="326"/>
                </a:lnTo>
                <a:lnTo>
                  <a:pt x="1197" y="328"/>
                </a:lnTo>
                <a:lnTo>
                  <a:pt x="1229" y="331"/>
                </a:lnTo>
                <a:lnTo>
                  <a:pt x="1261" y="334"/>
                </a:lnTo>
                <a:lnTo>
                  <a:pt x="1294" y="337"/>
                </a:lnTo>
                <a:lnTo>
                  <a:pt x="1326" y="343"/>
                </a:lnTo>
                <a:lnTo>
                  <a:pt x="1358" y="348"/>
                </a:lnTo>
                <a:lnTo>
                  <a:pt x="1390" y="354"/>
                </a:lnTo>
                <a:lnTo>
                  <a:pt x="1424" y="361"/>
                </a:lnTo>
                <a:lnTo>
                  <a:pt x="1456" y="369"/>
                </a:lnTo>
                <a:lnTo>
                  <a:pt x="1488" y="377"/>
                </a:lnTo>
                <a:lnTo>
                  <a:pt x="1520" y="387"/>
                </a:lnTo>
                <a:lnTo>
                  <a:pt x="1552" y="397"/>
                </a:lnTo>
                <a:lnTo>
                  <a:pt x="1584" y="407"/>
                </a:lnTo>
                <a:lnTo>
                  <a:pt x="1616" y="419"/>
                </a:lnTo>
                <a:lnTo>
                  <a:pt x="1648" y="431"/>
                </a:lnTo>
                <a:lnTo>
                  <a:pt x="1680" y="444"/>
                </a:lnTo>
                <a:lnTo>
                  <a:pt x="1711" y="458"/>
                </a:lnTo>
                <a:lnTo>
                  <a:pt x="1743" y="472"/>
                </a:lnTo>
                <a:lnTo>
                  <a:pt x="1774" y="487"/>
                </a:lnTo>
                <a:lnTo>
                  <a:pt x="1805" y="504"/>
                </a:lnTo>
                <a:lnTo>
                  <a:pt x="1836" y="521"/>
                </a:lnTo>
                <a:lnTo>
                  <a:pt x="1867" y="538"/>
                </a:lnTo>
                <a:lnTo>
                  <a:pt x="1897" y="556"/>
                </a:lnTo>
                <a:lnTo>
                  <a:pt x="1927" y="575"/>
                </a:lnTo>
                <a:lnTo>
                  <a:pt x="1956" y="595"/>
                </a:lnTo>
                <a:lnTo>
                  <a:pt x="1986" y="616"/>
                </a:lnTo>
                <a:lnTo>
                  <a:pt x="2016" y="637"/>
                </a:lnTo>
                <a:lnTo>
                  <a:pt x="2045" y="659"/>
                </a:lnTo>
                <a:lnTo>
                  <a:pt x="2074" y="681"/>
                </a:lnTo>
                <a:lnTo>
                  <a:pt x="2102" y="704"/>
                </a:lnTo>
                <a:lnTo>
                  <a:pt x="2130" y="728"/>
                </a:lnTo>
                <a:lnTo>
                  <a:pt x="2158" y="754"/>
                </a:lnTo>
                <a:lnTo>
                  <a:pt x="2185" y="779"/>
                </a:lnTo>
                <a:lnTo>
                  <a:pt x="2212" y="806"/>
                </a:lnTo>
                <a:lnTo>
                  <a:pt x="2254" y="849"/>
                </a:lnTo>
                <a:lnTo>
                  <a:pt x="2294" y="893"/>
                </a:lnTo>
                <a:lnTo>
                  <a:pt x="2332" y="938"/>
                </a:lnTo>
                <a:lnTo>
                  <a:pt x="2369" y="985"/>
                </a:lnTo>
                <a:lnTo>
                  <a:pt x="2403" y="1032"/>
                </a:lnTo>
                <a:lnTo>
                  <a:pt x="2435" y="1080"/>
                </a:lnTo>
                <a:lnTo>
                  <a:pt x="2466" y="1129"/>
                </a:lnTo>
                <a:lnTo>
                  <a:pt x="2495" y="1178"/>
                </a:lnTo>
                <a:lnTo>
                  <a:pt x="2521" y="1228"/>
                </a:lnTo>
                <a:lnTo>
                  <a:pt x="2547" y="1278"/>
                </a:lnTo>
                <a:lnTo>
                  <a:pt x="2569" y="1329"/>
                </a:lnTo>
                <a:lnTo>
                  <a:pt x="2590" y="1381"/>
                </a:lnTo>
                <a:lnTo>
                  <a:pt x="2610" y="1431"/>
                </a:lnTo>
                <a:lnTo>
                  <a:pt x="2626" y="1483"/>
                </a:lnTo>
                <a:lnTo>
                  <a:pt x="2642" y="1535"/>
                </a:lnTo>
                <a:lnTo>
                  <a:pt x="2655" y="1587"/>
                </a:lnTo>
                <a:lnTo>
                  <a:pt x="2666" y="1639"/>
                </a:lnTo>
                <a:lnTo>
                  <a:pt x="2675" y="1691"/>
                </a:lnTo>
                <a:lnTo>
                  <a:pt x="2681" y="1743"/>
                </a:lnTo>
                <a:lnTo>
                  <a:pt x="2687" y="1795"/>
                </a:lnTo>
                <a:lnTo>
                  <a:pt x="2690" y="1847"/>
                </a:lnTo>
                <a:lnTo>
                  <a:pt x="2691" y="1899"/>
                </a:lnTo>
                <a:lnTo>
                  <a:pt x="2690" y="1950"/>
                </a:lnTo>
                <a:lnTo>
                  <a:pt x="2688" y="2001"/>
                </a:lnTo>
                <a:lnTo>
                  <a:pt x="2683" y="2050"/>
                </a:lnTo>
                <a:lnTo>
                  <a:pt x="2676" y="2100"/>
                </a:lnTo>
                <a:lnTo>
                  <a:pt x="2667" y="2150"/>
                </a:lnTo>
                <a:lnTo>
                  <a:pt x="2656" y="2199"/>
                </a:lnTo>
                <a:lnTo>
                  <a:pt x="2644" y="2247"/>
                </a:lnTo>
                <a:lnTo>
                  <a:pt x="2628" y="2294"/>
                </a:lnTo>
                <a:lnTo>
                  <a:pt x="2612" y="2340"/>
                </a:lnTo>
                <a:lnTo>
                  <a:pt x="2593" y="2387"/>
                </a:lnTo>
                <a:lnTo>
                  <a:pt x="2888" y="2682"/>
                </a:lnTo>
                <a:lnTo>
                  <a:pt x="3329" y="2241"/>
                </a:lnTo>
                <a:lnTo>
                  <a:pt x="3008" y="1919"/>
                </a:lnTo>
                <a:lnTo>
                  <a:pt x="2866" y="1777"/>
                </a:lnTo>
                <a:lnTo>
                  <a:pt x="3008" y="1635"/>
                </a:lnTo>
                <a:lnTo>
                  <a:pt x="4642" y="0"/>
                </a:lnTo>
                <a:lnTo>
                  <a:pt x="4926" y="284"/>
                </a:lnTo>
                <a:lnTo>
                  <a:pt x="3433" y="1777"/>
                </a:lnTo>
                <a:lnTo>
                  <a:pt x="3558" y="1902"/>
                </a:lnTo>
                <a:lnTo>
                  <a:pt x="5051" y="409"/>
                </a:lnTo>
                <a:lnTo>
                  <a:pt x="5335" y="693"/>
                </a:lnTo>
                <a:lnTo>
                  <a:pt x="3842" y="2186"/>
                </a:lnTo>
                <a:lnTo>
                  <a:pt x="3951" y="2296"/>
                </a:lnTo>
                <a:lnTo>
                  <a:pt x="5445" y="803"/>
                </a:lnTo>
                <a:lnTo>
                  <a:pt x="5729" y="1087"/>
                </a:lnTo>
                <a:close/>
              </a:path>
            </a:pathLst>
          </a:custGeom>
          <a:solidFill>
            <a:srgbClr val="CAD40A"/>
          </a:solidFill>
          <a:ln>
            <a:noFill/>
          </a:ln>
        </p:spPr>
        <p:txBody>
          <a:bodyPr anchor="ctr">
            <a:normAutofit fontScale="70000" lnSpcReduction="20000"/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755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43" name="KSO_Shape"/>
          <p:cNvSpPr/>
          <p:nvPr>
            <p:custDataLst>
              <p:tags r:id="rId19"/>
            </p:custDataLst>
          </p:nvPr>
        </p:nvSpPr>
        <p:spPr bwMode="auto">
          <a:xfrm>
            <a:off x="3906893" y="1760970"/>
            <a:ext cx="140910" cy="178367"/>
          </a:xfrm>
          <a:custGeom>
            <a:avLst/>
            <a:gdLst>
              <a:gd name="T0" fmla="*/ 508479 w 1679575"/>
              <a:gd name="T1" fmla="*/ 933537 h 2125662"/>
              <a:gd name="T2" fmla="*/ 645344 w 1679575"/>
              <a:gd name="T3" fmla="*/ 1004349 h 2125662"/>
              <a:gd name="T4" fmla="*/ 637947 w 1679575"/>
              <a:gd name="T5" fmla="*/ 1045870 h 2125662"/>
              <a:gd name="T6" fmla="*/ 629410 w 1679575"/>
              <a:gd name="T7" fmla="*/ 1095637 h 2125662"/>
              <a:gd name="T8" fmla="*/ 645913 w 1679575"/>
              <a:gd name="T9" fmla="*/ 1148533 h 2125662"/>
              <a:gd name="T10" fmla="*/ 923628 w 1679575"/>
              <a:gd name="T11" fmla="*/ 1679766 h 2125662"/>
              <a:gd name="T12" fmla="*/ 886068 w 1679575"/>
              <a:gd name="T13" fmla="*/ 1137442 h 2125662"/>
              <a:gd name="T14" fmla="*/ 896597 w 1679575"/>
              <a:gd name="T15" fmla="*/ 1083408 h 2125662"/>
              <a:gd name="T16" fmla="*/ 885214 w 1679575"/>
              <a:gd name="T17" fmla="*/ 1039044 h 2125662"/>
              <a:gd name="T18" fmla="*/ 917083 w 1679575"/>
              <a:gd name="T19" fmla="*/ 999799 h 2125662"/>
              <a:gd name="T20" fmla="*/ 1048543 w 1679575"/>
              <a:gd name="T21" fmla="*/ 927280 h 2125662"/>
              <a:gd name="T22" fmla="*/ 1168905 w 1679575"/>
              <a:gd name="T23" fmla="*/ 933822 h 2125662"/>
              <a:gd name="T24" fmla="*/ 1257397 w 1679575"/>
              <a:gd name="T25" fmla="*/ 1021128 h 2125662"/>
              <a:gd name="T26" fmla="*/ 1333655 w 1679575"/>
              <a:gd name="T27" fmla="*/ 1118957 h 2125662"/>
              <a:gd name="T28" fmla="*/ 1397392 w 1679575"/>
              <a:gd name="T29" fmla="*/ 1227592 h 2125662"/>
              <a:gd name="T30" fmla="*/ 1446903 w 1679575"/>
              <a:gd name="T31" fmla="*/ 1349025 h 2125662"/>
              <a:gd name="T32" fmla="*/ 1482186 w 1679575"/>
              <a:gd name="T33" fmla="*/ 1483540 h 2125662"/>
              <a:gd name="T34" fmla="*/ 1501820 w 1679575"/>
              <a:gd name="T35" fmla="*/ 1632274 h 2125662"/>
              <a:gd name="T36" fmla="*/ 1439790 w 1679575"/>
              <a:gd name="T37" fmla="*/ 1742331 h 2125662"/>
              <a:gd name="T38" fmla="*/ 1242601 w 1679575"/>
              <a:gd name="T39" fmla="*/ 1826794 h 2125662"/>
              <a:gd name="T40" fmla="*/ 1035738 w 1679575"/>
              <a:gd name="T41" fmla="*/ 1881112 h 2125662"/>
              <a:gd name="T42" fmla="*/ 822331 w 1679575"/>
              <a:gd name="T43" fmla="*/ 1904432 h 2125662"/>
              <a:gd name="T44" fmla="*/ 596403 w 1679575"/>
              <a:gd name="T45" fmla="*/ 1894194 h 2125662"/>
              <a:gd name="T46" fmla="*/ 373036 w 1679575"/>
              <a:gd name="T47" fmla="*/ 1847838 h 2125662"/>
              <a:gd name="T48" fmla="*/ 159344 w 1679575"/>
              <a:gd name="T49" fmla="*/ 1766788 h 2125662"/>
              <a:gd name="T50" fmla="*/ 0 w 1679575"/>
              <a:gd name="T51" fmla="*/ 1676354 h 2125662"/>
              <a:gd name="T52" fmla="*/ 15365 w 1679575"/>
              <a:gd name="T53" fmla="*/ 1518519 h 2125662"/>
              <a:gd name="T54" fmla="*/ 47234 w 1679575"/>
              <a:gd name="T55" fmla="*/ 1376611 h 2125662"/>
              <a:gd name="T56" fmla="*/ 94468 w 1679575"/>
              <a:gd name="T57" fmla="*/ 1249206 h 2125662"/>
              <a:gd name="T58" fmla="*/ 155930 w 1679575"/>
              <a:gd name="T59" fmla="*/ 1135735 h 2125662"/>
              <a:gd name="T60" fmla="*/ 230765 w 1679575"/>
              <a:gd name="T61" fmla="*/ 1035348 h 2125662"/>
              <a:gd name="T62" fmla="*/ 317835 w 1679575"/>
              <a:gd name="T63" fmla="*/ 946334 h 2125662"/>
              <a:gd name="T64" fmla="*/ 427669 w 1679575"/>
              <a:gd name="T65" fmla="*/ 860449 h 2125662"/>
              <a:gd name="T66" fmla="*/ 831848 w 1679575"/>
              <a:gd name="T67" fmla="*/ 5125 h 2125662"/>
              <a:gd name="T68" fmla="*/ 927152 w 1679575"/>
              <a:gd name="T69" fmla="*/ 31035 h 2125662"/>
              <a:gd name="T70" fmla="*/ 1013353 w 1679575"/>
              <a:gd name="T71" fmla="*/ 76590 h 2125662"/>
              <a:gd name="T72" fmla="*/ 1087035 w 1679575"/>
              <a:gd name="T73" fmla="*/ 138945 h 2125662"/>
              <a:gd name="T74" fmla="*/ 1145356 w 1679575"/>
              <a:gd name="T75" fmla="*/ 215250 h 2125662"/>
              <a:gd name="T76" fmla="*/ 1186607 w 1679575"/>
              <a:gd name="T77" fmla="*/ 303514 h 2125662"/>
              <a:gd name="T78" fmla="*/ 1207944 w 1679575"/>
              <a:gd name="T79" fmla="*/ 401174 h 2125662"/>
              <a:gd name="T80" fmla="*/ 1205383 w 1679575"/>
              <a:gd name="T81" fmla="*/ 513924 h 2125662"/>
              <a:gd name="T82" fmla="*/ 1172382 w 1679575"/>
              <a:gd name="T83" fmla="*/ 626673 h 2125662"/>
              <a:gd name="T84" fmla="*/ 1112924 w 1679575"/>
              <a:gd name="T85" fmla="*/ 725187 h 2125662"/>
              <a:gd name="T86" fmla="*/ 1030706 w 1679575"/>
              <a:gd name="T87" fmla="*/ 804625 h 2125662"/>
              <a:gd name="T88" fmla="*/ 915204 w 1679575"/>
              <a:gd name="T89" fmla="*/ 867264 h 2125662"/>
              <a:gd name="T90" fmla="*/ 837253 w 1679575"/>
              <a:gd name="T91" fmla="*/ 887764 h 2125662"/>
              <a:gd name="T92" fmla="*/ 753044 w 1679575"/>
              <a:gd name="T93" fmla="*/ 893458 h 2125662"/>
              <a:gd name="T94" fmla="*/ 658879 w 1679575"/>
              <a:gd name="T95" fmla="*/ 881215 h 2125662"/>
              <a:gd name="T96" fmla="*/ 572394 w 1679575"/>
              <a:gd name="T97" fmla="*/ 850180 h 2125662"/>
              <a:gd name="T98" fmla="*/ 494728 w 1679575"/>
              <a:gd name="T99" fmla="*/ 802917 h 2125662"/>
              <a:gd name="T100" fmla="*/ 424459 w 1679575"/>
              <a:gd name="T101" fmla="*/ 736576 h 2125662"/>
              <a:gd name="T102" fmla="*/ 366992 w 1679575"/>
              <a:gd name="T103" fmla="*/ 651159 h 2125662"/>
              <a:gd name="T104" fmla="*/ 330578 w 1679575"/>
              <a:gd name="T105" fmla="*/ 553500 h 2125662"/>
              <a:gd name="T106" fmla="*/ 317206 w 1679575"/>
              <a:gd name="T107" fmla="*/ 446729 h 2125662"/>
              <a:gd name="T108" fmla="*/ 328586 w 1679575"/>
              <a:gd name="T109" fmla="*/ 345653 h 2125662"/>
              <a:gd name="T110" fmla="*/ 361587 w 1679575"/>
              <a:gd name="T111" fmla="*/ 253403 h 2125662"/>
              <a:gd name="T112" fmla="*/ 412795 w 1679575"/>
              <a:gd name="T113" fmla="*/ 171118 h 2125662"/>
              <a:gd name="T114" fmla="*/ 479934 w 1679575"/>
              <a:gd name="T115" fmla="*/ 101931 h 2125662"/>
              <a:gd name="T116" fmla="*/ 560729 w 1679575"/>
              <a:gd name="T117" fmla="*/ 48972 h 2125662"/>
              <a:gd name="T118" fmla="*/ 652620 w 1679575"/>
              <a:gd name="T119" fmla="*/ 13952 h 2125662"/>
              <a:gd name="T120" fmla="*/ 752191 w 1679575"/>
              <a:gd name="T121" fmla="*/ 0 h 212566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1679575" h="2125662">
                <a:moveTo>
                  <a:pt x="481421" y="957262"/>
                </a:moveTo>
                <a:lnTo>
                  <a:pt x="484914" y="961070"/>
                </a:lnTo>
                <a:lnTo>
                  <a:pt x="490948" y="968686"/>
                </a:lnTo>
                <a:lnTo>
                  <a:pt x="497299" y="975667"/>
                </a:lnTo>
                <a:lnTo>
                  <a:pt x="510319" y="990264"/>
                </a:lnTo>
                <a:lnTo>
                  <a:pt x="523657" y="1003909"/>
                </a:lnTo>
                <a:lnTo>
                  <a:pt x="537947" y="1017237"/>
                </a:lnTo>
                <a:lnTo>
                  <a:pt x="552237" y="1029613"/>
                </a:lnTo>
                <a:lnTo>
                  <a:pt x="567480" y="1041671"/>
                </a:lnTo>
                <a:lnTo>
                  <a:pt x="583040" y="1053095"/>
                </a:lnTo>
                <a:lnTo>
                  <a:pt x="598601" y="1063884"/>
                </a:lnTo>
                <a:lnTo>
                  <a:pt x="615114" y="1074039"/>
                </a:lnTo>
                <a:lnTo>
                  <a:pt x="631627" y="1083558"/>
                </a:lnTo>
                <a:lnTo>
                  <a:pt x="649093" y="1092126"/>
                </a:lnTo>
                <a:lnTo>
                  <a:pt x="666241" y="1100377"/>
                </a:lnTo>
                <a:lnTo>
                  <a:pt x="684025" y="1107993"/>
                </a:lnTo>
                <a:lnTo>
                  <a:pt x="701808" y="1114657"/>
                </a:lnTo>
                <a:lnTo>
                  <a:pt x="720226" y="1120686"/>
                </a:lnTo>
                <a:lnTo>
                  <a:pt x="738645" y="1125763"/>
                </a:lnTo>
                <a:lnTo>
                  <a:pt x="734517" y="1130840"/>
                </a:lnTo>
                <a:lnTo>
                  <a:pt x="730706" y="1135283"/>
                </a:lnTo>
                <a:lnTo>
                  <a:pt x="727213" y="1140043"/>
                </a:lnTo>
                <a:lnTo>
                  <a:pt x="723402" y="1145437"/>
                </a:lnTo>
                <a:lnTo>
                  <a:pt x="720544" y="1150515"/>
                </a:lnTo>
                <a:lnTo>
                  <a:pt x="717368" y="1155909"/>
                </a:lnTo>
                <a:lnTo>
                  <a:pt x="714510" y="1161304"/>
                </a:lnTo>
                <a:lnTo>
                  <a:pt x="711970" y="1167016"/>
                </a:lnTo>
                <a:lnTo>
                  <a:pt x="710064" y="1172410"/>
                </a:lnTo>
                <a:lnTo>
                  <a:pt x="708159" y="1178439"/>
                </a:lnTo>
                <a:lnTo>
                  <a:pt x="706254" y="1184151"/>
                </a:lnTo>
                <a:lnTo>
                  <a:pt x="704983" y="1190498"/>
                </a:lnTo>
                <a:lnTo>
                  <a:pt x="704031" y="1196210"/>
                </a:lnTo>
                <a:lnTo>
                  <a:pt x="702761" y="1202556"/>
                </a:lnTo>
                <a:lnTo>
                  <a:pt x="702443" y="1208903"/>
                </a:lnTo>
                <a:lnTo>
                  <a:pt x="702125" y="1215249"/>
                </a:lnTo>
                <a:lnTo>
                  <a:pt x="702443" y="1222548"/>
                </a:lnTo>
                <a:lnTo>
                  <a:pt x="703078" y="1229529"/>
                </a:lnTo>
                <a:lnTo>
                  <a:pt x="704348" y="1236510"/>
                </a:lnTo>
                <a:lnTo>
                  <a:pt x="705619" y="1243174"/>
                </a:lnTo>
                <a:lnTo>
                  <a:pt x="707206" y="1249838"/>
                </a:lnTo>
                <a:lnTo>
                  <a:pt x="709112" y="1256819"/>
                </a:lnTo>
                <a:lnTo>
                  <a:pt x="711652" y="1263166"/>
                </a:lnTo>
                <a:lnTo>
                  <a:pt x="714193" y="1269512"/>
                </a:lnTo>
                <a:lnTo>
                  <a:pt x="717686" y="1275542"/>
                </a:lnTo>
                <a:lnTo>
                  <a:pt x="720861" y="1281571"/>
                </a:lnTo>
                <a:lnTo>
                  <a:pt x="724355" y="1287283"/>
                </a:lnTo>
                <a:lnTo>
                  <a:pt x="728483" y="1292995"/>
                </a:lnTo>
                <a:lnTo>
                  <a:pt x="732611" y="1298389"/>
                </a:lnTo>
                <a:lnTo>
                  <a:pt x="737057" y="1303784"/>
                </a:lnTo>
                <a:lnTo>
                  <a:pt x="742138" y="1308861"/>
                </a:lnTo>
                <a:lnTo>
                  <a:pt x="746901" y="1313304"/>
                </a:lnTo>
                <a:lnTo>
                  <a:pt x="672275" y="1874339"/>
                </a:lnTo>
                <a:lnTo>
                  <a:pt x="854237" y="2050773"/>
                </a:lnTo>
                <a:lnTo>
                  <a:pt x="1030800" y="1874339"/>
                </a:lnTo>
                <a:lnTo>
                  <a:pt x="956173" y="1313304"/>
                </a:lnTo>
                <a:lnTo>
                  <a:pt x="961572" y="1308544"/>
                </a:lnTo>
                <a:lnTo>
                  <a:pt x="966018" y="1303466"/>
                </a:lnTo>
                <a:lnTo>
                  <a:pt x="970781" y="1298072"/>
                </a:lnTo>
                <a:lnTo>
                  <a:pt x="974910" y="1292995"/>
                </a:lnTo>
                <a:lnTo>
                  <a:pt x="978720" y="1286965"/>
                </a:lnTo>
                <a:lnTo>
                  <a:pt x="982531" y="1281571"/>
                </a:lnTo>
                <a:lnTo>
                  <a:pt x="986024" y="1275224"/>
                </a:lnTo>
                <a:lnTo>
                  <a:pt x="988882" y="1269195"/>
                </a:lnTo>
                <a:lnTo>
                  <a:pt x="991423" y="1262849"/>
                </a:lnTo>
                <a:lnTo>
                  <a:pt x="994281" y="1256502"/>
                </a:lnTo>
                <a:lnTo>
                  <a:pt x="996186" y="1249838"/>
                </a:lnTo>
                <a:lnTo>
                  <a:pt x="997774" y="1243174"/>
                </a:lnTo>
                <a:lnTo>
                  <a:pt x="999044" y="1236510"/>
                </a:lnTo>
                <a:lnTo>
                  <a:pt x="999997" y="1229212"/>
                </a:lnTo>
                <a:lnTo>
                  <a:pt x="1000632" y="1222548"/>
                </a:lnTo>
                <a:lnTo>
                  <a:pt x="1000632" y="1215249"/>
                </a:lnTo>
                <a:lnTo>
                  <a:pt x="1000632" y="1208903"/>
                </a:lnTo>
                <a:lnTo>
                  <a:pt x="1000314" y="1203191"/>
                </a:lnTo>
                <a:lnTo>
                  <a:pt x="999679" y="1197479"/>
                </a:lnTo>
                <a:lnTo>
                  <a:pt x="998727" y="1191767"/>
                </a:lnTo>
                <a:lnTo>
                  <a:pt x="997456" y="1186055"/>
                </a:lnTo>
                <a:lnTo>
                  <a:pt x="996186" y="1180661"/>
                </a:lnTo>
                <a:lnTo>
                  <a:pt x="994598" y="1175266"/>
                </a:lnTo>
                <a:lnTo>
                  <a:pt x="992375" y="1169872"/>
                </a:lnTo>
                <a:lnTo>
                  <a:pt x="990152" y="1164794"/>
                </a:lnTo>
                <a:lnTo>
                  <a:pt x="987929" y="1159400"/>
                </a:lnTo>
                <a:lnTo>
                  <a:pt x="985389" y="1154640"/>
                </a:lnTo>
                <a:lnTo>
                  <a:pt x="982849" y="1149563"/>
                </a:lnTo>
                <a:lnTo>
                  <a:pt x="979355" y="1144803"/>
                </a:lnTo>
                <a:lnTo>
                  <a:pt x="976497" y="1139725"/>
                </a:lnTo>
                <a:lnTo>
                  <a:pt x="973004" y="1135283"/>
                </a:lnTo>
                <a:lnTo>
                  <a:pt x="969829" y="1130840"/>
                </a:lnTo>
                <a:lnTo>
                  <a:pt x="987612" y="1126398"/>
                </a:lnTo>
                <a:lnTo>
                  <a:pt x="1005713" y="1121320"/>
                </a:lnTo>
                <a:lnTo>
                  <a:pt x="1023496" y="1115609"/>
                </a:lnTo>
                <a:lnTo>
                  <a:pt x="1041280" y="1109262"/>
                </a:lnTo>
                <a:lnTo>
                  <a:pt x="1058428" y="1101963"/>
                </a:lnTo>
                <a:lnTo>
                  <a:pt x="1075576" y="1094665"/>
                </a:lnTo>
                <a:lnTo>
                  <a:pt x="1092089" y="1086097"/>
                </a:lnTo>
                <a:lnTo>
                  <a:pt x="1108602" y="1076895"/>
                </a:lnTo>
                <a:lnTo>
                  <a:pt x="1124480" y="1067375"/>
                </a:lnTo>
                <a:lnTo>
                  <a:pt x="1140041" y="1056903"/>
                </a:lnTo>
                <a:lnTo>
                  <a:pt x="1155601" y="1046114"/>
                </a:lnTo>
                <a:lnTo>
                  <a:pt x="1170209" y="1034690"/>
                </a:lnTo>
                <a:lnTo>
                  <a:pt x="1184817" y="1022632"/>
                </a:lnTo>
                <a:lnTo>
                  <a:pt x="1198472" y="1009938"/>
                </a:lnTo>
                <a:lnTo>
                  <a:pt x="1211809" y="996928"/>
                </a:lnTo>
                <a:lnTo>
                  <a:pt x="1225147" y="983283"/>
                </a:lnTo>
                <a:lnTo>
                  <a:pt x="1228640" y="979792"/>
                </a:lnTo>
                <a:lnTo>
                  <a:pt x="1232451" y="982966"/>
                </a:lnTo>
                <a:lnTo>
                  <a:pt x="1257220" y="1002005"/>
                </a:lnTo>
                <a:lnTo>
                  <a:pt x="1281037" y="1021680"/>
                </a:lnTo>
                <a:lnTo>
                  <a:pt x="1304537" y="1041989"/>
                </a:lnTo>
                <a:lnTo>
                  <a:pt x="1316604" y="1052143"/>
                </a:lnTo>
                <a:lnTo>
                  <a:pt x="1327719" y="1062615"/>
                </a:lnTo>
                <a:lnTo>
                  <a:pt x="1338833" y="1073404"/>
                </a:lnTo>
                <a:lnTo>
                  <a:pt x="1349948" y="1084193"/>
                </a:lnTo>
                <a:lnTo>
                  <a:pt x="1361062" y="1094982"/>
                </a:lnTo>
                <a:lnTo>
                  <a:pt x="1371860" y="1105771"/>
                </a:lnTo>
                <a:lnTo>
                  <a:pt x="1382339" y="1116561"/>
                </a:lnTo>
                <a:lnTo>
                  <a:pt x="1392818" y="1127984"/>
                </a:lnTo>
                <a:lnTo>
                  <a:pt x="1403298" y="1139408"/>
                </a:lnTo>
                <a:lnTo>
                  <a:pt x="1413460" y="1150832"/>
                </a:lnTo>
                <a:lnTo>
                  <a:pt x="1423304" y="1162573"/>
                </a:lnTo>
                <a:lnTo>
                  <a:pt x="1433149" y="1174314"/>
                </a:lnTo>
                <a:lnTo>
                  <a:pt x="1442675" y="1186373"/>
                </a:lnTo>
                <a:lnTo>
                  <a:pt x="1452202" y="1198748"/>
                </a:lnTo>
                <a:lnTo>
                  <a:pt x="1461411" y="1210807"/>
                </a:lnTo>
                <a:lnTo>
                  <a:pt x="1470621" y="1223183"/>
                </a:lnTo>
                <a:lnTo>
                  <a:pt x="1479830" y="1235876"/>
                </a:lnTo>
                <a:lnTo>
                  <a:pt x="1488404" y="1248569"/>
                </a:lnTo>
                <a:lnTo>
                  <a:pt x="1496978" y="1261262"/>
                </a:lnTo>
                <a:lnTo>
                  <a:pt x="1505552" y="1274272"/>
                </a:lnTo>
                <a:lnTo>
                  <a:pt x="1513809" y="1287600"/>
                </a:lnTo>
                <a:lnTo>
                  <a:pt x="1521748" y="1300611"/>
                </a:lnTo>
                <a:lnTo>
                  <a:pt x="1529687" y="1314573"/>
                </a:lnTo>
                <a:lnTo>
                  <a:pt x="1537308" y="1328218"/>
                </a:lnTo>
                <a:lnTo>
                  <a:pt x="1544930" y="1341863"/>
                </a:lnTo>
                <a:lnTo>
                  <a:pt x="1552234" y="1355826"/>
                </a:lnTo>
                <a:lnTo>
                  <a:pt x="1559537" y="1369788"/>
                </a:lnTo>
                <a:lnTo>
                  <a:pt x="1566206" y="1384385"/>
                </a:lnTo>
                <a:lnTo>
                  <a:pt x="1573193" y="1398982"/>
                </a:lnTo>
                <a:lnTo>
                  <a:pt x="1579544" y="1413579"/>
                </a:lnTo>
                <a:lnTo>
                  <a:pt x="1586213" y="1428176"/>
                </a:lnTo>
                <a:lnTo>
                  <a:pt x="1592246" y="1443725"/>
                </a:lnTo>
                <a:lnTo>
                  <a:pt x="1598280" y="1458640"/>
                </a:lnTo>
                <a:lnTo>
                  <a:pt x="1603996" y="1473871"/>
                </a:lnTo>
                <a:lnTo>
                  <a:pt x="1609712" y="1489738"/>
                </a:lnTo>
                <a:lnTo>
                  <a:pt x="1614793" y="1505287"/>
                </a:lnTo>
                <a:lnTo>
                  <a:pt x="1620191" y="1521153"/>
                </a:lnTo>
                <a:lnTo>
                  <a:pt x="1624955" y="1537337"/>
                </a:lnTo>
                <a:lnTo>
                  <a:pt x="1630036" y="1553521"/>
                </a:lnTo>
                <a:lnTo>
                  <a:pt x="1634482" y="1570339"/>
                </a:lnTo>
                <a:lnTo>
                  <a:pt x="1638610" y="1586840"/>
                </a:lnTo>
                <a:lnTo>
                  <a:pt x="1643056" y="1603976"/>
                </a:lnTo>
                <a:lnTo>
                  <a:pt x="1646867" y="1620794"/>
                </a:lnTo>
                <a:lnTo>
                  <a:pt x="1650677" y="1637930"/>
                </a:lnTo>
                <a:lnTo>
                  <a:pt x="1654170" y="1655383"/>
                </a:lnTo>
                <a:lnTo>
                  <a:pt x="1657664" y="1673153"/>
                </a:lnTo>
                <a:lnTo>
                  <a:pt x="1660522" y="1690923"/>
                </a:lnTo>
                <a:lnTo>
                  <a:pt x="1663697" y="1709011"/>
                </a:lnTo>
                <a:lnTo>
                  <a:pt x="1666238" y="1727099"/>
                </a:lnTo>
                <a:lnTo>
                  <a:pt x="1668461" y="1745821"/>
                </a:lnTo>
                <a:lnTo>
                  <a:pt x="1670684" y="1764226"/>
                </a:lnTo>
                <a:lnTo>
                  <a:pt x="1672589" y="1783266"/>
                </a:lnTo>
                <a:lnTo>
                  <a:pt x="1674177" y="1802305"/>
                </a:lnTo>
                <a:lnTo>
                  <a:pt x="1676082" y="1821345"/>
                </a:lnTo>
                <a:lnTo>
                  <a:pt x="1677352" y="1841019"/>
                </a:lnTo>
                <a:lnTo>
                  <a:pt x="1678305" y="1860694"/>
                </a:lnTo>
                <a:lnTo>
                  <a:pt x="1679258" y="1880368"/>
                </a:lnTo>
                <a:lnTo>
                  <a:pt x="1679575" y="1900677"/>
                </a:lnTo>
                <a:lnTo>
                  <a:pt x="1679575" y="1903850"/>
                </a:lnTo>
                <a:lnTo>
                  <a:pt x="1677035" y="1905437"/>
                </a:lnTo>
                <a:lnTo>
                  <a:pt x="1653853" y="1918765"/>
                </a:lnTo>
                <a:lnTo>
                  <a:pt x="1630353" y="1931775"/>
                </a:lnTo>
                <a:lnTo>
                  <a:pt x="1606854" y="1944151"/>
                </a:lnTo>
                <a:lnTo>
                  <a:pt x="1583037" y="1956209"/>
                </a:lnTo>
                <a:lnTo>
                  <a:pt x="1558902" y="1967950"/>
                </a:lnTo>
                <a:lnTo>
                  <a:pt x="1534768" y="1979374"/>
                </a:lnTo>
                <a:lnTo>
                  <a:pt x="1510316" y="1990163"/>
                </a:lnTo>
                <a:lnTo>
                  <a:pt x="1485864" y="2000635"/>
                </a:lnTo>
                <a:lnTo>
                  <a:pt x="1461411" y="2010790"/>
                </a:lnTo>
                <a:lnTo>
                  <a:pt x="1436642" y="2020627"/>
                </a:lnTo>
                <a:lnTo>
                  <a:pt x="1411872" y="2029512"/>
                </a:lnTo>
                <a:lnTo>
                  <a:pt x="1386785" y="2038397"/>
                </a:lnTo>
                <a:lnTo>
                  <a:pt x="1361380" y="2046965"/>
                </a:lnTo>
                <a:lnTo>
                  <a:pt x="1335975" y="2054581"/>
                </a:lnTo>
                <a:lnTo>
                  <a:pt x="1310570" y="2062514"/>
                </a:lnTo>
                <a:lnTo>
                  <a:pt x="1285166" y="2069495"/>
                </a:lnTo>
                <a:lnTo>
                  <a:pt x="1259443" y="2076159"/>
                </a:lnTo>
                <a:lnTo>
                  <a:pt x="1233403" y="2082506"/>
                </a:lnTo>
                <a:lnTo>
                  <a:pt x="1207681" y="2088535"/>
                </a:lnTo>
                <a:lnTo>
                  <a:pt x="1181959" y="2093929"/>
                </a:lnTo>
                <a:lnTo>
                  <a:pt x="1155919" y="2099007"/>
                </a:lnTo>
                <a:lnTo>
                  <a:pt x="1129561" y="2103767"/>
                </a:lnTo>
                <a:lnTo>
                  <a:pt x="1103204" y="2107892"/>
                </a:lnTo>
                <a:lnTo>
                  <a:pt x="1077164" y="2111382"/>
                </a:lnTo>
                <a:lnTo>
                  <a:pt x="1050806" y="2114873"/>
                </a:lnTo>
                <a:lnTo>
                  <a:pt x="1024131" y="2117729"/>
                </a:lnTo>
                <a:lnTo>
                  <a:pt x="997774" y="2119950"/>
                </a:lnTo>
                <a:lnTo>
                  <a:pt x="971099" y="2121854"/>
                </a:lnTo>
                <a:lnTo>
                  <a:pt x="944424" y="2123441"/>
                </a:lnTo>
                <a:lnTo>
                  <a:pt x="917749" y="2125028"/>
                </a:lnTo>
                <a:lnTo>
                  <a:pt x="891074" y="2125662"/>
                </a:lnTo>
                <a:lnTo>
                  <a:pt x="864399" y="2125662"/>
                </a:lnTo>
                <a:lnTo>
                  <a:pt x="835818" y="2125662"/>
                </a:lnTo>
                <a:lnTo>
                  <a:pt x="807238" y="2124710"/>
                </a:lnTo>
                <a:lnTo>
                  <a:pt x="778657" y="2123124"/>
                </a:lnTo>
                <a:lnTo>
                  <a:pt x="750395" y="2121537"/>
                </a:lnTo>
                <a:lnTo>
                  <a:pt x="722132" y="2119316"/>
                </a:lnTo>
                <a:lnTo>
                  <a:pt x="693869" y="2116777"/>
                </a:lnTo>
                <a:lnTo>
                  <a:pt x="665606" y="2113604"/>
                </a:lnTo>
                <a:lnTo>
                  <a:pt x="637661" y="2109478"/>
                </a:lnTo>
                <a:lnTo>
                  <a:pt x="609398" y="2105353"/>
                </a:lnTo>
                <a:lnTo>
                  <a:pt x="581453" y="2100593"/>
                </a:lnTo>
                <a:lnTo>
                  <a:pt x="553825" y="2095199"/>
                </a:lnTo>
                <a:lnTo>
                  <a:pt x="525880" y="2089487"/>
                </a:lnTo>
                <a:lnTo>
                  <a:pt x="498252" y="2083458"/>
                </a:lnTo>
                <a:lnTo>
                  <a:pt x="470624" y="2076476"/>
                </a:lnTo>
                <a:lnTo>
                  <a:pt x="443314" y="2069495"/>
                </a:lnTo>
                <a:lnTo>
                  <a:pt x="416321" y="2061879"/>
                </a:lnTo>
                <a:lnTo>
                  <a:pt x="389011" y="2053629"/>
                </a:lnTo>
                <a:lnTo>
                  <a:pt x="362019" y="2045378"/>
                </a:lnTo>
                <a:lnTo>
                  <a:pt x="335343" y="2036176"/>
                </a:lnTo>
                <a:lnTo>
                  <a:pt x="308668" y="2026656"/>
                </a:lnTo>
                <a:lnTo>
                  <a:pt x="282311" y="2016502"/>
                </a:lnTo>
                <a:lnTo>
                  <a:pt x="255953" y="2006030"/>
                </a:lnTo>
                <a:lnTo>
                  <a:pt x="229913" y="1994923"/>
                </a:lnTo>
                <a:lnTo>
                  <a:pt x="203556" y="1983499"/>
                </a:lnTo>
                <a:lnTo>
                  <a:pt x="177833" y="1971441"/>
                </a:lnTo>
                <a:lnTo>
                  <a:pt x="152429" y="1959065"/>
                </a:lnTo>
                <a:lnTo>
                  <a:pt x="127024" y="1946372"/>
                </a:lnTo>
                <a:lnTo>
                  <a:pt x="101619" y="1933044"/>
                </a:lnTo>
                <a:lnTo>
                  <a:pt x="76532" y="1919399"/>
                </a:lnTo>
                <a:lnTo>
                  <a:pt x="51762" y="1905437"/>
                </a:lnTo>
                <a:lnTo>
                  <a:pt x="27310" y="1890523"/>
                </a:lnTo>
                <a:lnTo>
                  <a:pt x="2858" y="1875291"/>
                </a:lnTo>
                <a:lnTo>
                  <a:pt x="0" y="1888301"/>
                </a:lnTo>
                <a:lnTo>
                  <a:pt x="0" y="1870531"/>
                </a:lnTo>
                <a:lnTo>
                  <a:pt x="952" y="1850222"/>
                </a:lnTo>
                <a:lnTo>
                  <a:pt x="2223" y="1829913"/>
                </a:lnTo>
                <a:lnTo>
                  <a:pt x="3493" y="1809604"/>
                </a:lnTo>
                <a:lnTo>
                  <a:pt x="5398" y="1790247"/>
                </a:lnTo>
                <a:lnTo>
                  <a:pt x="6986" y="1770573"/>
                </a:lnTo>
                <a:lnTo>
                  <a:pt x="9209" y="1750898"/>
                </a:lnTo>
                <a:lnTo>
                  <a:pt x="11749" y="1732176"/>
                </a:lnTo>
                <a:lnTo>
                  <a:pt x="14290" y="1713136"/>
                </a:lnTo>
                <a:lnTo>
                  <a:pt x="17148" y="1694414"/>
                </a:lnTo>
                <a:lnTo>
                  <a:pt x="20006" y="1676009"/>
                </a:lnTo>
                <a:lnTo>
                  <a:pt x="23499" y="1657604"/>
                </a:lnTo>
                <a:lnTo>
                  <a:pt x="26992" y="1639834"/>
                </a:lnTo>
                <a:lnTo>
                  <a:pt x="30486" y="1621746"/>
                </a:lnTo>
                <a:lnTo>
                  <a:pt x="34931" y="1604293"/>
                </a:lnTo>
                <a:lnTo>
                  <a:pt x="38742" y="1586840"/>
                </a:lnTo>
                <a:lnTo>
                  <a:pt x="43188" y="1569704"/>
                </a:lnTo>
                <a:lnTo>
                  <a:pt x="47951" y="1552569"/>
                </a:lnTo>
                <a:lnTo>
                  <a:pt x="52715" y="1536068"/>
                </a:lnTo>
                <a:lnTo>
                  <a:pt x="57796" y="1519249"/>
                </a:lnTo>
                <a:lnTo>
                  <a:pt x="62877" y="1503066"/>
                </a:lnTo>
                <a:lnTo>
                  <a:pt x="68593" y="1486564"/>
                </a:lnTo>
                <a:lnTo>
                  <a:pt x="73991" y="1470698"/>
                </a:lnTo>
                <a:lnTo>
                  <a:pt x="80025" y="1455149"/>
                </a:lnTo>
                <a:lnTo>
                  <a:pt x="86059" y="1439283"/>
                </a:lnTo>
                <a:lnTo>
                  <a:pt x="92410" y="1424051"/>
                </a:lnTo>
                <a:lnTo>
                  <a:pt x="98761" y="1409137"/>
                </a:lnTo>
                <a:lnTo>
                  <a:pt x="105430" y="1393905"/>
                </a:lnTo>
                <a:lnTo>
                  <a:pt x="112098" y="1378990"/>
                </a:lnTo>
                <a:lnTo>
                  <a:pt x="119402" y="1364393"/>
                </a:lnTo>
                <a:lnTo>
                  <a:pt x="126706" y="1350114"/>
                </a:lnTo>
                <a:lnTo>
                  <a:pt x="134010" y="1335834"/>
                </a:lnTo>
                <a:lnTo>
                  <a:pt x="141632" y="1321871"/>
                </a:lnTo>
                <a:lnTo>
                  <a:pt x="149571" y="1307909"/>
                </a:lnTo>
                <a:lnTo>
                  <a:pt x="157510" y="1294264"/>
                </a:lnTo>
                <a:lnTo>
                  <a:pt x="165766" y="1280936"/>
                </a:lnTo>
                <a:lnTo>
                  <a:pt x="174023" y="1267291"/>
                </a:lnTo>
                <a:lnTo>
                  <a:pt x="182597" y="1253963"/>
                </a:lnTo>
                <a:lnTo>
                  <a:pt x="191171" y="1241270"/>
                </a:lnTo>
                <a:lnTo>
                  <a:pt x="200380" y="1228260"/>
                </a:lnTo>
                <a:lnTo>
                  <a:pt x="209589" y="1215884"/>
                </a:lnTo>
                <a:lnTo>
                  <a:pt x="218799" y="1203191"/>
                </a:lnTo>
                <a:lnTo>
                  <a:pt x="228008" y="1191133"/>
                </a:lnTo>
                <a:lnTo>
                  <a:pt x="237852" y="1178757"/>
                </a:lnTo>
                <a:lnTo>
                  <a:pt x="247697" y="1167016"/>
                </a:lnTo>
                <a:lnTo>
                  <a:pt x="257541" y="1155275"/>
                </a:lnTo>
                <a:lnTo>
                  <a:pt x="267703" y="1143533"/>
                </a:lnTo>
                <a:lnTo>
                  <a:pt x="278182" y="1132110"/>
                </a:lnTo>
                <a:lnTo>
                  <a:pt x="288662" y="1120686"/>
                </a:lnTo>
                <a:lnTo>
                  <a:pt x="298824" y="1109579"/>
                </a:lnTo>
                <a:lnTo>
                  <a:pt x="309938" y="1098473"/>
                </a:lnTo>
                <a:lnTo>
                  <a:pt x="320735" y="1087684"/>
                </a:lnTo>
                <a:lnTo>
                  <a:pt x="331850" y="1076895"/>
                </a:lnTo>
                <a:lnTo>
                  <a:pt x="343282" y="1066423"/>
                </a:lnTo>
                <a:lnTo>
                  <a:pt x="354715" y="1055951"/>
                </a:lnTo>
                <a:lnTo>
                  <a:pt x="366147" y="1045797"/>
                </a:lnTo>
                <a:lnTo>
                  <a:pt x="377897" y="1035642"/>
                </a:lnTo>
                <a:lnTo>
                  <a:pt x="389964" y="1025805"/>
                </a:lnTo>
                <a:lnTo>
                  <a:pt x="401714" y="1015968"/>
                </a:lnTo>
                <a:lnTo>
                  <a:pt x="414099" y="1006448"/>
                </a:lnTo>
                <a:lnTo>
                  <a:pt x="426801" y="996928"/>
                </a:lnTo>
                <a:lnTo>
                  <a:pt x="439186" y="987408"/>
                </a:lnTo>
                <a:lnTo>
                  <a:pt x="451571" y="977888"/>
                </a:lnTo>
                <a:lnTo>
                  <a:pt x="477293" y="960118"/>
                </a:lnTo>
                <a:lnTo>
                  <a:pt x="481421" y="957262"/>
                </a:lnTo>
                <a:close/>
                <a:moveTo>
                  <a:pt x="839471" y="0"/>
                </a:moveTo>
                <a:lnTo>
                  <a:pt x="852171" y="0"/>
                </a:lnTo>
                <a:lnTo>
                  <a:pt x="865506" y="0"/>
                </a:lnTo>
                <a:lnTo>
                  <a:pt x="878206" y="636"/>
                </a:lnTo>
                <a:lnTo>
                  <a:pt x="890906" y="1271"/>
                </a:lnTo>
                <a:lnTo>
                  <a:pt x="903288" y="2542"/>
                </a:lnTo>
                <a:lnTo>
                  <a:pt x="915988" y="3813"/>
                </a:lnTo>
                <a:lnTo>
                  <a:pt x="928371" y="5719"/>
                </a:lnTo>
                <a:lnTo>
                  <a:pt x="940436" y="7943"/>
                </a:lnTo>
                <a:lnTo>
                  <a:pt x="952818" y="10167"/>
                </a:lnTo>
                <a:lnTo>
                  <a:pt x="964883" y="12708"/>
                </a:lnTo>
                <a:lnTo>
                  <a:pt x="976631" y="15568"/>
                </a:lnTo>
                <a:lnTo>
                  <a:pt x="988696" y="19062"/>
                </a:lnTo>
                <a:lnTo>
                  <a:pt x="1000443" y="22239"/>
                </a:lnTo>
                <a:lnTo>
                  <a:pt x="1011873" y="26052"/>
                </a:lnTo>
                <a:lnTo>
                  <a:pt x="1023621" y="30182"/>
                </a:lnTo>
                <a:lnTo>
                  <a:pt x="1034733" y="34630"/>
                </a:lnTo>
                <a:lnTo>
                  <a:pt x="1046163" y="39395"/>
                </a:lnTo>
                <a:lnTo>
                  <a:pt x="1057276" y="44161"/>
                </a:lnTo>
                <a:lnTo>
                  <a:pt x="1068388" y="48926"/>
                </a:lnTo>
                <a:lnTo>
                  <a:pt x="1079183" y="54645"/>
                </a:lnTo>
                <a:lnTo>
                  <a:pt x="1089661" y="60046"/>
                </a:lnTo>
                <a:lnTo>
                  <a:pt x="1100456" y="66082"/>
                </a:lnTo>
                <a:lnTo>
                  <a:pt x="1110616" y="72119"/>
                </a:lnTo>
                <a:lnTo>
                  <a:pt x="1120776" y="78790"/>
                </a:lnTo>
                <a:lnTo>
                  <a:pt x="1130936" y="85462"/>
                </a:lnTo>
                <a:lnTo>
                  <a:pt x="1140461" y="92134"/>
                </a:lnTo>
                <a:lnTo>
                  <a:pt x="1150303" y="99123"/>
                </a:lnTo>
                <a:lnTo>
                  <a:pt x="1159828" y="106430"/>
                </a:lnTo>
                <a:lnTo>
                  <a:pt x="1169353" y="114055"/>
                </a:lnTo>
                <a:lnTo>
                  <a:pt x="1178561" y="121680"/>
                </a:lnTo>
                <a:lnTo>
                  <a:pt x="1187133" y="129623"/>
                </a:lnTo>
                <a:lnTo>
                  <a:pt x="1196023" y="137883"/>
                </a:lnTo>
                <a:lnTo>
                  <a:pt x="1204596" y="146143"/>
                </a:lnTo>
                <a:lnTo>
                  <a:pt x="1213168" y="155039"/>
                </a:lnTo>
                <a:lnTo>
                  <a:pt x="1221106" y="163299"/>
                </a:lnTo>
                <a:lnTo>
                  <a:pt x="1229043" y="172513"/>
                </a:lnTo>
                <a:lnTo>
                  <a:pt x="1236981" y="181726"/>
                </a:lnTo>
                <a:lnTo>
                  <a:pt x="1244283" y="190939"/>
                </a:lnTo>
                <a:lnTo>
                  <a:pt x="1251586" y="200153"/>
                </a:lnTo>
                <a:lnTo>
                  <a:pt x="1258888" y="210001"/>
                </a:lnTo>
                <a:lnTo>
                  <a:pt x="1265556" y="219850"/>
                </a:lnTo>
                <a:lnTo>
                  <a:pt x="1272223" y="230017"/>
                </a:lnTo>
                <a:lnTo>
                  <a:pt x="1278256" y="240183"/>
                </a:lnTo>
                <a:lnTo>
                  <a:pt x="1284606" y="250667"/>
                </a:lnTo>
                <a:lnTo>
                  <a:pt x="1290321" y="261151"/>
                </a:lnTo>
                <a:lnTo>
                  <a:pt x="1296353" y="271953"/>
                </a:lnTo>
                <a:lnTo>
                  <a:pt x="1301433" y="282755"/>
                </a:lnTo>
                <a:lnTo>
                  <a:pt x="1306831" y="293239"/>
                </a:lnTo>
                <a:lnTo>
                  <a:pt x="1311593" y="304359"/>
                </a:lnTo>
                <a:lnTo>
                  <a:pt x="1316356" y="315796"/>
                </a:lnTo>
                <a:lnTo>
                  <a:pt x="1320483" y="327234"/>
                </a:lnTo>
                <a:lnTo>
                  <a:pt x="1324293" y="338671"/>
                </a:lnTo>
                <a:lnTo>
                  <a:pt x="1328421" y="350426"/>
                </a:lnTo>
                <a:lnTo>
                  <a:pt x="1331913" y="362181"/>
                </a:lnTo>
                <a:lnTo>
                  <a:pt x="1335088" y="373936"/>
                </a:lnTo>
                <a:lnTo>
                  <a:pt x="1337946" y="386009"/>
                </a:lnTo>
                <a:lnTo>
                  <a:pt x="1340803" y="398081"/>
                </a:lnTo>
                <a:lnTo>
                  <a:pt x="1343026" y="410472"/>
                </a:lnTo>
                <a:lnTo>
                  <a:pt x="1344931" y="422862"/>
                </a:lnTo>
                <a:lnTo>
                  <a:pt x="1346518" y="435252"/>
                </a:lnTo>
                <a:lnTo>
                  <a:pt x="1348106" y="447643"/>
                </a:lnTo>
                <a:lnTo>
                  <a:pt x="1349058" y="460033"/>
                </a:lnTo>
                <a:lnTo>
                  <a:pt x="1350011" y="472741"/>
                </a:lnTo>
                <a:lnTo>
                  <a:pt x="1350646" y="485449"/>
                </a:lnTo>
                <a:lnTo>
                  <a:pt x="1350963" y="498475"/>
                </a:lnTo>
                <a:lnTo>
                  <a:pt x="1350646" y="513407"/>
                </a:lnTo>
                <a:lnTo>
                  <a:pt x="1349693" y="528975"/>
                </a:lnTo>
                <a:lnTo>
                  <a:pt x="1348423" y="543907"/>
                </a:lnTo>
                <a:lnTo>
                  <a:pt x="1347153" y="558521"/>
                </a:lnTo>
                <a:lnTo>
                  <a:pt x="1345248" y="573453"/>
                </a:lnTo>
                <a:lnTo>
                  <a:pt x="1342708" y="588067"/>
                </a:lnTo>
                <a:lnTo>
                  <a:pt x="1339851" y="602682"/>
                </a:lnTo>
                <a:lnTo>
                  <a:pt x="1336358" y="616660"/>
                </a:lnTo>
                <a:lnTo>
                  <a:pt x="1332866" y="631275"/>
                </a:lnTo>
                <a:lnTo>
                  <a:pt x="1328738" y="645254"/>
                </a:lnTo>
                <a:lnTo>
                  <a:pt x="1324293" y="658915"/>
                </a:lnTo>
                <a:lnTo>
                  <a:pt x="1319531" y="672576"/>
                </a:lnTo>
                <a:lnTo>
                  <a:pt x="1314133" y="685920"/>
                </a:lnTo>
                <a:lnTo>
                  <a:pt x="1308418" y="699263"/>
                </a:lnTo>
                <a:lnTo>
                  <a:pt x="1302386" y="712607"/>
                </a:lnTo>
                <a:lnTo>
                  <a:pt x="1296353" y="725315"/>
                </a:lnTo>
                <a:lnTo>
                  <a:pt x="1289368" y="738023"/>
                </a:lnTo>
                <a:lnTo>
                  <a:pt x="1282383" y="750413"/>
                </a:lnTo>
                <a:lnTo>
                  <a:pt x="1275081" y="762486"/>
                </a:lnTo>
                <a:lnTo>
                  <a:pt x="1267143" y="774559"/>
                </a:lnTo>
                <a:lnTo>
                  <a:pt x="1259206" y="786313"/>
                </a:lnTo>
                <a:lnTo>
                  <a:pt x="1250633" y="797751"/>
                </a:lnTo>
                <a:lnTo>
                  <a:pt x="1242061" y="809188"/>
                </a:lnTo>
                <a:lnTo>
                  <a:pt x="1232853" y="819990"/>
                </a:lnTo>
                <a:lnTo>
                  <a:pt x="1223963" y="830792"/>
                </a:lnTo>
                <a:lnTo>
                  <a:pt x="1214121" y="841276"/>
                </a:lnTo>
                <a:lnTo>
                  <a:pt x="1204278" y="851442"/>
                </a:lnTo>
                <a:lnTo>
                  <a:pt x="1193801" y="860974"/>
                </a:lnTo>
                <a:lnTo>
                  <a:pt x="1183323" y="870822"/>
                </a:lnTo>
                <a:lnTo>
                  <a:pt x="1172528" y="880036"/>
                </a:lnTo>
                <a:lnTo>
                  <a:pt x="1161733" y="889249"/>
                </a:lnTo>
                <a:lnTo>
                  <a:pt x="1150303" y="897827"/>
                </a:lnTo>
                <a:lnTo>
                  <a:pt x="1134746" y="909264"/>
                </a:lnTo>
                <a:lnTo>
                  <a:pt x="1118236" y="920066"/>
                </a:lnTo>
                <a:lnTo>
                  <a:pt x="1101408" y="929915"/>
                </a:lnTo>
                <a:lnTo>
                  <a:pt x="1084581" y="939446"/>
                </a:lnTo>
                <a:lnTo>
                  <a:pt x="1066801" y="948342"/>
                </a:lnTo>
                <a:lnTo>
                  <a:pt x="1048703" y="956602"/>
                </a:lnTo>
                <a:lnTo>
                  <a:pt x="1040131" y="960414"/>
                </a:lnTo>
                <a:lnTo>
                  <a:pt x="1030606" y="963909"/>
                </a:lnTo>
                <a:lnTo>
                  <a:pt x="1021398" y="967722"/>
                </a:lnTo>
                <a:lnTo>
                  <a:pt x="1011873" y="970899"/>
                </a:lnTo>
                <a:lnTo>
                  <a:pt x="1002348" y="973758"/>
                </a:lnTo>
                <a:lnTo>
                  <a:pt x="993141" y="976617"/>
                </a:lnTo>
                <a:lnTo>
                  <a:pt x="983616" y="979794"/>
                </a:lnTo>
                <a:lnTo>
                  <a:pt x="973773" y="982018"/>
                </a:lnTo>
                <a:lnTo>
                  <a:pt x="963931" y="984560"/>
                </a:lnTo>
                <a:lnTo>
                  <a:pt x="954088" y="986466"/>
                </a:lnTo>
                <a:lnTo>
                  <a:pt x="944246" y="988372"/>
                </a:lnTo>
                <a:lnTo>
                  <a:pt x="934403" y="990596"/>
                </a:lnTo>
                <a:lnTo>
                  <a:pt x="924561" y="991867"/>
                </a:lnTo>
                <a:lnTo>
                  <a:pt x="914401" y="993455"/>
                </a:lnTo>
                <a:lnTo>
                  <a:pt x="904241" y="994409"/>
                </a:lnTo>
                <a:lnTo>
                  <a:pt x="893763" y="995362"/>
                </a:lnTo>
                <a:lnTo>
                  <a:pt x="883603" y="995997"/>
                </a:lnTo>
                <a:lnTo>
                  <a:pt x="873126" y="996632"/>
                </a:lnTo>
                <a:lnTo>
                  <a:pt x="862648" y="996950"/>
                </a:lnTo>
                <a:lnTo>
                  <a:pt x="852171" y="996950"/>
                </a:lnTo>
                <a:lnTo>
                  <a:pt x="840423" y="996950"/>
                </a:lnTo>
                <a:lnTo>
                  <a:pt x="828358" y="996315"/>
                </a:lnTo>
                <a:lnTo>
                  <a:pt x="816293" y="995679"/>
                </a:lnTo>
                <a:lnTo>
                  <a:pt x="804546" y="994726"/>
                </a:lnTo>
                <a:lnTo>
                  <a:pt x="792798" y="993455"/>
                </a:lnTo>
                <a:lnTo>
                  <a:pt x="781368" y="992185"/>
                </a:lnTo>
                <a:lnTo>
                  <a:pt x="769621" y="990278"/>
                </a:lnTo>
                <a:lnTo>
                  <a:pt x="758191" y="988054"/>
                </a:lnTo>
                <a:lnTo>
                  <a:pt x="746761" y="985831"/>
                </a:lnTo>
                <a:lnTo>
                  <a:pt x="735331" y="983289"/>
                </a:lnTo>
                <a:lnTo>
                  <a:pt x="724218" y="980430"/>
                </a:lnTo>
                <a:lnTo>
                  <a:pt x="713106" y="977253"/>
                </a:lnTo>
                <a:lnTo>
                  <a:pt x="702311" y="973758"/>
                </a:lnTo>
                <a:lnTo>
                  <a:pt x="691198" y="970263"/>
                </a:lnTo>
                <a:lnTo>
                  <a:pt x="680721" y="966768"/>
                </a:lnTo>
                <a:lnTo>
                  <a:pt x="670243" y="962321"/>
                </a:lnTo>
                <a:lnTo>
                  <a:pt x="659448" y="958190"/>
                </a:lnTo>
                <a:lnTo>
                  <a:pt x="648971" y="953425"/>
                </a:lnTo>
                <a:lnTo>
                  <a:pt x="638811" y="948659"/>
                </a:lnTo>
                <a:lnTo>
                  <a:pt x="628651" y="943894"/>
                </a:lnTo>
                <a:lnTo>
                  <a:pt x="618491" y="938493"/>
                </a:lnTo>
                <a:lnTo>
                  <a:pt x="608648" y="933410"/>
                </a:lnTo>
                <a:lnTo>
                  <a:pt x="599123" y="927373"/>
                </a:lnTo>
                <a:lnTo>
                  <a:pt x="589281" y="921655"/>
                </a:lnTo>
                <a:lnTo>
                  <a:pt x="579756" y="915618"/>
                </a:lnTo>
                <a:lnTo>
                  <a:pt x="570548" y="909264"/>
                </a:lnTo>
                <a:lnTo>
                  <a:pt x="561023" y="902910"/>
                </a:lnTo>
                <a:lnTo>
                  <a:pt x="552133" y="895921"/>
                </a:lnTo>
                <a:lnTo>
                  <a:pt x="543561" y="889249"/>
                </a:lnTo>
                <a:lnTo>
                  <a:pt x="534671" y="881942"/>
                </a:lnTo>
                <a:lnTo>
                  <a:pt x="526098" y="874952"/>
                </a:lnTo>
                <a:lnTo>
                  <a:pt x="517526" y="867328"/>
                </a:lnTo>
                <a:lnTo>
                  <a:pt x="508318" y="858750"/>
                </a:lnTo>
                <a:lnTo>
                  <a:pt x="499428" y="849854"/>
                </a:lnTo>
                <a:lnTo>
                  <a:pt x="490538" y="840958"/>
                </a:lnTo>
                <a:lnTo>
                  <a:pt x="481648" y="831427"/>
                </a:lnTo>
                <a:lnTo>
                  <a:pt x="473711" y="821896"/>
                </a:lnTo>
                <a:lnTo>
                  <a:pt x="465456" y="812047"/>
                </a:lnTo>
                <a:lnTo>
                  <a:pt x="457518" y="801881"/>
                </a:lnTo>
                <a:lnTo>
                  <a:pt x="449898" y="791714"/>
                </a:lnTo>
                <a:lnTo>
                  <a:pt x="442596" y="781548"/>
                </a:lnTo>
                <a:lnTo>
                  <a:pt x="435293" y="770746"/>
                </a:lnTo>
                <a:lnTo>
                  <a:pt x="428626" y="759944"/>
                </a:lnTo>
                <a:lnTo>
                  <a:pt x="421958" y="749142"/>
                </a:lnTo>
                <a:lnTo>
                  <a:pt x="415608" y="738023"/>
                </a:lnTo>
                <a:lnTo>
                  <a:pt x="409576" y="726585"/>
                </a:lnTo>
                <a:lnTo>
                  <a:pt x="403861" y="715148"/>
                </a:lnTo>
                <a:lnTo>
                  <a:pt x="398463" y="703393"/>
                </a:lnTo>
                <a:lnTo>
                  <a:pt x="393383" y="691638"/>
                </a:lnTo>
                <a:lnTo>
                  <a:pt x="388303" y="679566"/>
                </a:lnTo>
                <a:lnTo>
                  <a:pt x="383858" y="667493"/>
                </a:lnTo>
                <a:lnTo>
                  <a:pt x="379731" y="655420"/>
                </a:lnTo>
                <a:lnTo>
                  <a:pt x="375603" y="643030"/>
                </a:lnTo>
                <a:lnTo>
                  <a:pt x="372111" y="630322"/>
                </a:lnTo>
                <a:lnTo>
                  <a:pt x="368936" y="617614"/>
                </a:lnTo>
                <a:lnTo>
                  <a:pt x="365443" y="604588"/>
                </a:lnTo>
                <a:lnTo>
                  <a:pt x="362903" y="591880"/>
                </a:lnTo>
                <a:lnTo>
                  <a:pt x="360681" y="578854"/>
                </a:lnTo>
                <a:lnTo>
                  <a:pt x="358776" y="565828"/>
                </a:lnTo>
                <a:lnTo>
                  <a:pt x="357188" y="552485"/>
                </a:lnTo>
                <a:lnTo>
                  <a:pt x="355601" y="539141"/>
                </a:lnTo>
                <a:lnTo>
                  <a:pt x="354648" y="525480"/>
                </a:lnTo>
                <a:lnTo>
                  <a:pt x="354331" y="511819"/>
                </a:lnTo>
                <a:lnTo>
                  <a:pt x="354013" y="498475"/>
                </a:lnTo>
                <a:lnTo>
                  <a:pt x="354331" y="485449"/>
                </a:lnTo>
                <a:lnTo>
                  <a:pt x="354648" y="472741"/>
                </a:lnTo>
                <a:lnTo>
                  <a:pt x="355601" y="460033"/>
                </a:lnTo>
                <a:lnTo>
                  <a:pt x="356871" y="447643"/>
                </a:lnTo>
                <a:lnTo>
                  <a:pt x="358141" y="434935"/>
                </a:lnTo>
                <a:lnTo>
                  <a:pt x="360046" y="422544"/>
                </a:lnTo>
                <a:lnTo>
                  <a:pt x="361951" y="410472"/>
                </a:lnTo>
                <a:lnTo>
                  <a:pt x="364173" y="397763"/>
                </a:lnTo>
                <a:lnTo>
                  <a:pt x="366713" y="385691"/>
                </a:lnTo>
                <a:lnTo>
                  <a:pt x="369888" y="373936"/>
                </a:lnTo>
                <a:lnTo>
                  <a:pt x="373063" y="361863"/>
                </a:lnTo>
                <a:lnTo>
                  <a:pt x="376556" y="350108"/>
                </a:lnTo>
                <a:lnTo>
                  <a:pt x="380683" y="338671"/>
                </a:lnTo>
                <a:lnTo>
                  <a:pt x="384493" y="326916"/>
                </a:lnTo>
                <a:lnTo>
                  <a:pt x="388621" y="315796"/>
                </a:lnTo>
                <a:lnTo>
                  <a:pt x="393383" y="304359"/>
                </a:lnTo>
                <a:lnTo>
                  <a:pt x="398146" y="293239"/>
                </a:lnTo>
                <a:lnTo>
                  <a:pt x="403543" y="282755"/>
                </a:lnTo>
                <a:lnTo>
                  <a:pt x="408623" y="271636"/>
                </a:lnTo>
                <a:lnTo>
                  <a:pt x="414656" y="261151"/>
                </a:lnTo>
                <a:lnTo>
                  <a:pt x="420371" y="250667"/>
                </a:lnTo>
                <a:lnTo>
                  <a:pt x="426721" y="240183"/>
                </a:lnTo>
                <a:lnTo>
                  <a:pt x="432753" y="230017"/>
                </a:lnTo>
                <a:lnTo>
                  <a:pt x="439421" y="219850"/>
                </a:lnTo>
                <a:lnTo>
                  <a:pt x="446088" y="210001"/>
                </a:lnTo>
                <a:lnTo>
                  <a:pt x="453391" y="200153"/>
                </a:lnTo>
                <a:lnTo>
                  <a:pt x="460693" y="190939"/>
                </a:lnTo>
                <a:lnTo>
                  <a:pt x="467996" y="181408"/>
                </a:lnTo>
                <a:lnTo>
                  <a:pt x="475933" y="172195"/>
                </a:lnTo>
                <a:lnTo>
                  <a:pt x="483871" y="163299"/>
                </a:lnTo>
                <a:lnTo>
                  <a:pt x="491808" y="154403"/>
                </a:lnTo>
                <a:lnTo>
                  <a:pt x="500381" y="146143"/>
                </a:lnTo>
                <a:lnTo>
                  <a:pt x="508953" y="137565"/>
                </a:lnTo>
                <a:lnTo>
                  <a:pt x="517526" y="129305"/>
                </a:lnTo>
                <a:lnTo>
                  <a:pt x="526416" y="121680"/>
                </a:lnTo>
                <a:lnTo>
                  <a:pt x="535623" y="113738"/>
                </a:lnTo>
                <a:lnTo>
                  <a:pt x="545148" y="106113"/>
                </a:lnTo>
                <a:lnTo>
                  <a:pt x="554673" y="99123"/>
                </a:lnTo>
                <a:lnTo>
                  <a:pt x="564516" y="92134"/>
                </a:lnTo>
                <a:lnTo>
                  <a:pt x="574041" y="85462"/>
                </a:lnTo>
                <a:lnTo>
                  <a:pt x="584201" y="78473"/>
                </a:lnTo>
                <a:lnTo>
                  <a:pt x="594361" y="72119"/>
                </a:lnTo>
                <a:lnTo>
                  <a:pt x="604838" y="66082"/>
                </a:lnTo>
                <a:lnTo>
                  <a:pt x="615316" y="60046"/>
                </a:lnTo>
                <a:lnTo>
                  <a:pt x="625793" y="54645"/>
                </a:lnTo>
                <a:lnTo>
                  <a:pt x="636906" y="48926"/>
                </a:lnTo>
                <a:lnTo>
                  <a:pt x="647701" y="44161"/>
                </a:lnTo>
                <a:lnTo>
                  <a:pt x="658813" y="39395"/>
                </a:lnTo>
                <a:lnTo>
                  <a:pt x="670243" y="34630"/>
                </a:lnTo>
                <a:lnTo>
                  <a:pt x="681356" y="30182"/>
                </a:lnTo>
                <a:lnTo>
                  <a:pt x="693103" y="26052"/>
                </a:lnTo>
                <a:lnTo>
                  <a:pt x="704533" y="22239"/>
                </a:lnTo>
                <a:lnTo>
                  <a:pt x="716281" y="19062"/>
                </a:lnTo>
                <a:lnTo>
                  <a:pt x="728346" y="15568"/>
                </a:lnTo>
                <a:lnTo>
                  <a:pt x="740093" y="12708"/>
                </a:lnTo>
                <a:lnTo>
                  <a:pt x="752158" y="10167"/>
                </a:lnTo>
                <a:lnTo>
                  <a:pt x="764541" y="7625"/>
                </a:lnTo>
                <a:lnTo>
                  <a:pt x="776606" y="5719"/>
                </a:lnTo>
                <a:lnTo>
                  <a:pt x="788988" y="3813"/>
                </a:lnTo>
                <a:lnTo>
                  <a:pt x="801688" y="2542"/>
                </a:lnTo>
                <a:lnTo>
                  <a:pt x="814071" y="1271"/>
                </a:lnTo>
                <a:lnTo>
                  <a:pt x="826771" y="636"/>
                </a:lnTo>
                <a:lnTo>
                  <a:pt x="839471" y="0"/>
                </a:lnTo>
                <a:close/>
              </a:path>
            </a:pathLst>
          </a:custGeom>
          <a:solidFill>
            <a:srgbClr val="FFBE16"/>
          </a:solidFill>
          <a:ln>
            <a:noFill/>
          </a:ln>
        </p:spPr>
        <p:txBody>
          <a:bodyPr anchor="ctr">
            <a:normAutofit fontScale="92500" lnSpcReduction="20000"/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755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8" name="文本框 14"/>
          <p:cNvSpPr txBox="1"/>
          <p:nvPr/>
        </p:nvSpPr>
        <p:spPr>
          <a:xfrm>
            <a:off x="107633" y="144780"/>
            <a:ext cx="323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b="1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一、首问责任制内容及要求</a:t>
            </a:r>
            <a:endParaRPr lang="zh-CN" altLang="en-US" sz="2000" b="1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0637" y="586740"/>
            <a:ext cx="5080000" cy="1708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1.</a:t>
            </a:r>
            <a:r>
              <a:rPr lang="zh-CN" sz="1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白云</a:t>
            </a:r>
            <a:r>
              <a:rPr lang="zh-CN" sz="1000" b="1" dirty="0">
                <a:solidFill>
                  <a:schemeClr val="tx1"/>
                </a:solidFill>
                <a:latin typeface="宋体" panose="02010600030101010101" pitchFamily="2" charset="-122"/>
              </a:rPr>
              <a:t>机场从业人员应自觉履行首问责任，服务客户时应做到：目光交接应微笑，认真倾听勿急躁，答疑解惑要明了，无法解答勤引导</a:t>
            </a:r>
            <a:r>
              <a:rPr lang="zh-CN" sz="1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en-US" altLang="zh-CN" sz="10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000" dirty="0">
              <a:solidFill>
                <a:schemeClr val="tx1"/>
              </a:solidFill>
              <a:latin typeface="宋体" panose="02010600030101010101" pitchFamily="2" charset="-122"/>
              <a:cs typeface="Times New Roman" panose="02020603050405020304" charset="0"/>
            </a:endParaRPr>
          </a:p>
          <a:p>
            <a:r>
              <a:rPr lang="zh-CN" sz="10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charset="0"/>
              </a:rPr>
              <a:t>①</a:t>
            </a:r>
            <a:r>
              <a:rPr lang="zh-CN" sz="1000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charset="0"/>
              </a:rPr>
              <a:t>接受客户咨询、查询或致电问询时，应主动热情解答问题，不应回答不清楚或不知道。</a:t>
            </a:r>
            <a:endParaRPr lang="zh-CN" sz="1000" dirty="0">
              <a:solidFill>
                <a:schemeClr val="tx1"/>
              </a:solidFill>
              <a:latin typeface="宋体" panose="02010600030101010101" pitchFamily="2" charset="-122"/>
              <a:cs typeface="Times New Roman" panose="02020603050405020304" charset="0"/>
            </a:endParaRPr>
          </a:p>
          <a:p>
            <a:r>
              <a:rPr lang="zh-CN" sz="10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charset="0"/>
              </a:rPr>
              <a:t>②</a:t>
            </a:r>
            <a:r>
              <a:rPr lang="zh-CN" sz="1000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charset="0"/>
              </a:rPr>
              <a:t>当无法解答客户问题时，应指引客户到正确的服务柜台或告知客户可以解决问题的服务电话。</a:t>
            </a:r>
            <a:endParaRPr lang="zh-CN" sz="1000" dirty="0">
              <a:solidFill>
                <a:schemeClr val="tx1"/>
              </a:solidFill>
              <a:latin typeface="宋体" panose="02010600030101010101" pitchFamily="2" charset="-122"/>
              <a:cs typeface="Times New Roman" panose="02020603050405020304" charset="0"/>
            </a:endParaRPr>
          </a:p>
          <a:p>
            <a:r>
              <a:rPr lang="zh-CN" sz="10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charset="0"/>
              </a:rPr>
              <a:t>③</a:t>
            </a:r>
            <a:r>
              <a:rPr lang="zh-CN" sz="1000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charset="0"/>
              </a:rPr>
              <a:t>应基本掌握《白云机场首问负责制服务指南》，熟练掌握与本岗位有关联的服务信息。</a:t>
            </a:r>
            <a:endParaRPr lang="zh-CN" altLang="en-US" sz="1000" dirty="0">
              <a:solidFill>
                <a:schemeClr val="tx1"/>
              </a:solidFill>
              <a:latin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68910" y="336550"/>
            <a:ext cx="4578350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宋体" panose="02010600030101010101" pitchFamily="2" charset="-122"/>
              </a:rPr>
              <a:t>2.白云机场从业人员应自觉履行首看责任，树立责任意识，多做“有心人”，细心观察，遇有需求，上前一步，主动帮助，第一时间积极协助客户解决问题，不能独立解决时应能够通过机场问询、招援设备、应急通讯等方式，确保客户得到有效帮助</a:t>
            </a:r>
            <a:r>
              <a:rPr lang="zh-CN" altLang="en-US" sz="1000" b="1" dirty="0" smtClean="0">
                <a:latin typeface="宋体" panose="02010600030101010101" pitchFamily="2" charset="-122"/>
              </a:rPr>
              <a:t>。</a:t>
            </a:r>
            <a:endParaRPr lang="en-US" altLang="zh-CN" sz="1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1000" dirty="0">
                <a:latin typeface="宋体" panose="02010600030101010101" pitchFamily="2" charset="-122"/>
              </a:rPr>
              <a:t>当见到需要帮助的客户时，应主动及时上前询问并协助其解决问题。</a:t>
            </a:r>
            <a:endParaRPr lang="zh-CN" altLang="en-US" sz="1000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1000" dirty="0">
                <a:latin typeface="宋体" panose="02010600030101010101" pitchFamily="2" charset="-122"/>
              </a:rPr>
              <a:t>当看到设施设备出现异常状况时，应主动拨打现场巡查督察大队专席电话。</a:t>
            </a:r>
            <a:endParaRPr lang="zh-CN" altLang="en-US" sz="1000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1000" dirty="0">
                <a:latin typeface="宋体" panose="02010600030101010101" pitchFamily="2" charset="-122"/>
              </a:rPr>
              <a:t>当看到地上、座椅上有丢弃的纸屑或垃圾时，应主动拾捡扔进垃圾桶或通知保洁人员处理。</a:t>
            </a:r>
            <a:endParaRPr lang="zh-CN" altLang="en-US" sz="1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65430" y="454025"/>
            <a:ext cx="4568825" cy="2169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</a:rPr>
              <a:t>④</a:t>
            </a:r>
            <a:r>
              <a:rPr lang="zh-CN" altLang="en-US" sz="1000" dirty="0">
                <a:latin typeface="宋体" panose="02010600030101010101" pitchFamily="2" charset="-122"/>
              </a:rPr>
              <a:t>当捡到</a:t>
            </a:r>
            <a:r>
              <a:rPr lang="zh-CN" altLang="en-US" sz="1000" dirty="0" smtClean="0">
                <a:latin typeface="宋体" panose="02010600030101010101" pitchFamily="2" charset="-122"/>
              </a:rPr>
              <a:t>物品，</a:t>
            </a:r>
            <a:r>
              <a:rPr lang="zh-CN" altLang="en-US" sz="1000" dirty="0">
                <a:latin typeface="宋体" panose="02010600030101010101" pitchFamily="2" charset="-122"/>
              </a:rPr>
              <a:t>应及时联系失主或第一时间交至失物招领；当发现不明物品或可疑人员时，应及时报警（020-86137273、020-</a:t>
            </a:r>
            <a:r>
              <a:rPr lang="zh-CN" altLang="en-US" sz="1000" dirty="0" smtClean="0">
                <a:latin typeface="宋体" panose="02010600030101010101" pitchFamily="2" charset="-122"/>
              </a:rPr>
              <a:t>86131282、</a:t>
            </a:r>
            <a:r>
              <a:rPr lang="en-US" altLang="zh-CN" sz="1000" dirty="0" smtClean="0">
                <a:latin typeface="宋体" panose="02010600030101010101" pitchFamily="2" charset="-122"/>
              </a:rPr>
              <a:t>020-86129977</a:t>
            </a:r>
            <a:r>
              <a:rPr lang="zh-CN" altLang="en-US" sz="1000" dirty="0" smtClean="0">
                <a:latin typeface="宋体" panose="02010600030101010101" pitchFamily="2" charset="-122"/>
              </a:rPr>
              <a:t>）</a:t>
            </a:r>
            <a:r>
              <a:rPr lang="zh-CN" altLang="en-US" sz="1000" dirty="0">
                <a:latin typeface="宋体" panose="02010600030101010101" pitchFamily="2" charset="-122"/>
              </a:rPr>
              <a:t>处理。</a:t>
            </a:r>
            <a:endParaRPr lang="zh-CN" altLang="en-US" sz="1000" dirty="0"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</a:rPr>
              <a:t>⑤</a:t>
            </a:r>
            <a:r>
              <a:rPr lang="zh-CN" altLang="en-US" sz="1000" dirty="0">
                <a:latin typeface="宋体" panose="02010600030101010101" pitchFamily="2" charset="-122"/>
              </a:rPr>
              <a:t>当看到垂直电梯客户较多时，应主动礼让或走手扶电梯。</a:t>
            </a:r>
            <a:endParaRPr lang="zh-CN" altLang="en-US" sz="1000" dirty="0"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</a:rPr>
              <a:t>⑥</a:t>
            </a:r>
            <a:r>
              <a:rPr lang="zh-CN" altLang="en-US" sz="1000" dirty="0">
                <a:latin typeface="宋体" panose="02010600030101010101" pitchFamily="2" charset="-122"/>
              </a:rPr>
              <a:t>当看到工作人员占用客户资源时，应主动上前劝阻。</a:t>
            </a:r>
            <a:endParaRPr lang="zh-CN" altLang="en-US" sz="1000" dirty="0"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</a:rPr>
              <a:t>⑦</a:t>
            </a:r>
            <a:r>
              <a:rPr lang="zh-CN" altLang="en-US" sz="1000" dirty="0">
                <a:latin typeface="宋体" panose="02010600030101010101" pitchFamily="2" charset="-122"/>
              </a:rPr>
              <a:t>当看到手推车、隔离带、旅客座椅等公共资源未归位或破损时，应主动协助归位或拨打现场巡查督察大队专席电话。</a:t>
            </a:r>
            <a:endParaRPr lang="zh-CN" altLang="en-US" sz="1000" dirty="0"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</a:rPr>
              <a:t>⑧</a:t>
            </a:r>
            <a:r>
              <a:rPr lang="zh-CN" altLang="en-US" sz="1000" dirty="0">
                <a:latin typeface="宋体" panose="02010600030101010101" pitchFamily="2" charset="-122"/>
              </a:rPr>
              <a:t>当看到客户受伤等意外或其他突发事件时，应主动拨打现场巡查督察大队专席电话。</a:t>
            </a:r>
            <a:endParaRPr lang="zh-CN" altLang="en-US" sz="1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8" name="文本框 14"/>
          <p:cNvSpPr txBox="1"/>
          <p:nvPr/>
        </p:nvSpPr>
        <p:spPr>
          <a:xfrm>
            <a:off x="107633" y="144780"/>
            <a:ext cx="229044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2000" b="1" dirty="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机场服务信息</a:t>
            </a:r>
            <a:endParaRPr lang="zh-CN" altLang="en-US" sz="2000" b="1" dirty="0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81330" y="544558"/>
            <a:ext cx="4050665" cy="1960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sz="900" b="1" u="sng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charset="0"/>
              </a:rPr>
              <a:t>①紧急需求</a:t>
            </a:r>
            <a:endParaRPr lang="en-US" sz="900" dirty="0">
              <a:solidFill>
                <a:srgbClr val="FF0000"/>
              </a:solidFill>
              <a:latin typeface="+mn-ea"/>
              <a:ea typeface="+mn-ea"/>
              <a:cs typeface="Times New Roman" panose="02020603050405020304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charset="0"/>
              </a:rPr>
              <a:t>1</a:t>
            </a:r>
            <a:r>
              <a:rPr lang="zh-CN" sz="900" dirty="0">
                <a:latin typeface="+mn-ea"/>
                <a:ea typeface="+mn-ea"/>
              </a:rPr>
              <a:t>）航站楼警务室</a:t>
            </a:r>
            <a:endParaRPr lang="zh-CN" sz="900" dirty="0">
              <a:latin typeface="+mn-ea"/>
              <a:ea typeface="+mn-ea"/>
            </a:endParaRPr>
          </a:p>
          <a:p>
            <a:r>
              <a:rPr lang="zh-CN" sz="900" dirty="0">
                <a:latin typeface="+mn-ea"/>
                <a:ea typeface="+mn-ea"/>
              </a:rPr>
              <a:t>地点</a:t>
            </a:r>
            <a:r>
              <a:rPr lang="zh-CN" sz="900" dirty="0" smtClean="0">
                <a:latin typeface="+mn-ea"/>
                <a:ea typeface="+mn-ea"/>
              </a:rPr>
              <a:t>：</a:t>
            </a:r>
            <a:r>
              <a:rPr lang="en-US" altLang="zh-CN" sz="900" dirty="0" smtClean="0">
                <a:latin typeface="+mn-ea"/>
                <a:ea typeface="+mn-ea"/>
              </a:rPr>
              <a:t>T1</a:t>
            </a:r>
            <a:r>
              <a:rPr lang="zh-CN" sz="900" dirty="0" smtClean="0">
                <a:latin typeface="+mn-ea"/>
                <a:ea typeface="+mn-ea"/>
              </a:rPr>
              <a:t>航站</a:t>
            </a:r>
            <a:r>
              <a:rPr lang="zh-CN" sz="900" dirty="0">
                <a:latin typeface="+mn-ea"/>
                <a:ea typeface="+mn-ea"/>
              </a:rPr>
              <a:t>楼三层出发大厅</a:t>
            </a:r>
            <a:r>
              <a:rPr lang="en-US" sz="900" dirty="0">
                <a:latin typeface="+mn-ea"/>
                <a:ea typeface="+mn-ea"/>
                <a:cs typeface="Times New Roman" panose="02020603050405020304" charset="0"/>
              </a:rPr>
              <a:t>1</a:t>
            </a:r>
            <a:r>
              <a:rPr lang="zh-CN" sz="900" dirty="0">
                <a:latin typeface="+mn-ea"/>
                <a:ea typeface="+mn-ea"/>
              </a:rPr>
              <a:t>号门，即</a:t>
            </a:r>
            <a:r>
              <a:rPr lang="en-US" sz="900" dirty="0">
                <a:latin typeface="+mn-ea"/>
                <a:ea typeface="+mn-ea"/>
              </a:rPr>
              <a:t>C</a:t>
            </a:r>
            <a:r>
              <a:rPr lang="zh-CN" sz="900" dirty="0">
                <a:latin typeface="+mn-ea"/>
                <a:ea typeface="+mn-ea"/>
              </a:rPr>
              <a:t>岛对面</a:t>
            </a:r>
            <a:r>
              <a:rPr lang="zh-CN" sz="900" dirty="0" smtClean="0">
                <a:latin typeface="+mn-ea"/>
                <a:ea typeface="+mn-ea"/>
              </a:rPr>
              <a:t>；</a:t>
            </a:r>
            <a:endParaRPr lang="en-US" altLang="zh-CN" sz="900" dirty="0" smtClean="0">
              <a:latin typeface="+mn-ea"/>
              <a:ea typeface="+mn-ea"/>
            </a:endParaRPr>
          </a:p>
          <a:p>
            <a:r>
              <a:rPr lang="en-US" altLang="zh-CN" sz="900" dirty="0">
                <a:latin typeface="+mn-ea"/>
                <a:ea typeface="+mn-ea"/>
              </a:rPr>
              <a:t> </a:t>
            </a:r>
            <a:r>
              <a:rPr lang="en-US" altLang="zh-CN" sz="900" dirty="0" smtClean="0">
                <a:latin typeface="+mn-ea"/>
                <a:ea typeface="+mn-ea"/>
              </a:rPr>
              <a:t>     T2</a:t>
            </a:r>
            <a:r>
              <a:rPr lang="zh-CN" altLang="en-US" sz="900" dirty="0" smtClean="0">
                <a:latin typeface="+mn-ea"/>
                <a:ea typeface="+mn-ea"/>
              </a:rPr>
              <a:t>航站楼三层出发大厅天空舞台后面</a:t>
            </a:r>
            <a:endParaRPr lang="zh-CN" sz="900" dirty="0">
              <a:latin typeface="+mn-ea"/>
              <a:ea typeface="+mn-ea"/>
            </a:endParaRPr>
          </a:p>
          <a:p>
            <a:r>
              <a:rPr lang="zh-CN" sz="900" dirty="0">
                <a:latin typeface="+mn-ea"/>
                <a:ea typeface="+mn-ea"/>
              </a:rPr>
              <a:t>报警电话：</a:t>
            </a:r>
            <a:r>
              <a:rPr lang="en-US" sz="900" dirty="0" smtClean="0">
                <a:latin typeface="+mn-ea"/>
                <a:ea typeface="+mn-ea"/>
                <a:cs typeface="Times New Roman" panose="02020603050405020304" charset="0"/>
              </a:rPr>
              <a:t>36062236</a:t>
            </a:r>
            <a:r>
              <a:rPr lang="zh-CN" altLang="en-US" sz="900" dirty="0" smtClean="0">
                <a:latin typeface="+mn-ea"/>
                <a:ea typeface="+mn-ea"/>
                <a:cs typeface="Times New Roman" panose="02020603050405020304" charset="0"/>
              </a:rPr>
              <a:t>、</a:t>
            </a:r>
            <a:r>
              <a:rPr lang="en-US" altLang="zh-CN" sz="900" dirty="0" smtClean="0">
                <a:latin typeface="+mn-ea"/>
                <a:ea typeface="+mn-ea"/>
                <a:cs typeface="Times New Roman" panose="02020603050405020304" charset="0"/>
              </a:rPr>
              <a:t>86129977</a:t>
            </a:r>
            <a:r>
              <a:rPr lang="zh-CN" sz="900" dirty="0" smtClean="0">
                <a:latin typeface="+mn-ea"/>
                <a:ea typeface="+mn-ea"/>
              </a:rPr>
              <a:t>（</a:t>
            </a:r>
            <a:r>
              <a:rPr lang="en-US" sz="900" dirty="0">
                <a:latin typeface="+mn-ea"/>
                <a:ea typeface="+mn-ea"/>
              </a:rPr>
              <a:t>24</a:t>
            </a:r>
            <a:r>
              <a:rPr lang="zh-CN" sz="900" dirty="0">
                <a:latin typeface="+mn-ea"/>
                <a:ea typeface="+mn-ea"/>
              </a:rPr>
              <a:t>小时）</a:t>
            </a:r>
            <a:endParaRPr lang="zh-CN" sz="900" dirty="0">
              <a:latin typeface="+mn-ea"/>
              <a:ea typeface="+mn-ea"/>
            </a:endParaRPr>
          </a:p>
          <a:p>
            <a:r>
              <a:rPr lang="zh-CN" sz="900" dirty="0">
                <a:latin typeface="+mn-ea"/>
                <a:ea typeface="+mn-ea"/>
              </a:rPr>
              <a:t>咨询电话：</a:t>
            </a:r>
            <a:r>
              <a:rPr lang="en-US" sz="900" dirty="0">
                <a:latin typeface="+mn-ea"/>
                <a:ea typeface="+mn-ea"/>
                <a:cs typeface="Times New Roman" panose="02020603050405020304" charset="0"/>
              </a:rPr>
              <a:t>86137273</a:t>
            </a:r>
            <a:endParaRPr lang="en-US" sz="900" dirty="0">
              <a:latin typeface="+mn-ea"/>
              <a:ea typeface="+mn-ea"/>
              <a:cs typeface="Times New Roman" panose="02020603050405020304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charset="0"/>
              </a:rPr>
              <a:t>2</a:t>
            </a:r>
            <a:r>
              <a:rPr lang="zh-CN" sz="900" dirty="0">
                <a:latin typeface="+mn-ea"/>
                <a:ea typeface="+mn-ea"/>
              </a:rPr>
              <a:t>）医务室 地点</a:t>
            </a:r>
            <a:r>
              <a:rPr lang="zh-CN" sz="900" dirty="0" smtClean="0">
                <a:latin typeface="+mn-ea"/>
                <a:ea typeface="+mn-ea"/>
              </a:rPr>
              <a:t>：</a:t>
            </a:r>
            <a:r>
              <a:rPr lang="en-US" altLang="zh-CN" sz="900" dirty="0" smtClean="0">
                <a:latin typeface="+mn-ea"/>
                <a:ea typeface="+mn-ea"/>
              </a:rPr>
              <a:t>T1</a:t>
            </a:r>
            <a:r>
              <a:rPr lang="zh-CN" sz="900" dirty="0" smtClean="0">
                <a:latin typeface="+mn-ea"/>
                <a:ea typeface="+mn-ea"/>
              </a:rPr>
              <a:t>航站</a:t>
            </a:r>
            <a:r>
              <a:rPr lang="zh-CN" sz="900" dirty="0">
                <a:latin typeface="+mn-ea"/>
                <a:ea typeface="+mn-ea"/>
              </a:rPr>
              <a:t>楼主楼一层</a:t>
            </a:r>
            <a:r>
              <a:rPr lang="en-US" sz="900" dirty="0">
                <a:latin typeface="+mn-ea"/>
                <a:ea typeface="+mn-ea"/>
              </a:rPr>
              <a:t>27</a:t>
            </a:r>
            <a:r>
              <a:rPr lang="zh-CN" sz="900" dirty="0">
                <a:latin typeface="+mn-ea"/>
                <a:ea typeface="+mn-ea"/>
              </a:rPr>
              <a:t>号门</a:t>
            </a:r>
            <a:r>
              <a:rPr lang="zh-CN" sz="900" dirty="0" smtClean="0">
                <a:latin typeface="+mn-ea"/>
                <a:ea typeface="+mn-ea"/>
              </a:rPr>
              <a:t>旁</a:t>
            </a:r>
            <a:endParaRPr lang="en-US" altLang="zh-CN" sz="900" dirty="0" smtClean="0">
              <a:latin typeface="+mn-ea"/>
              <a:ea typeface="+mn-ea"/>
            </a:endParaRPr>
          </a:p>
          <a:p>
            <a:r>
              <a:rPr lang="en-US" altLang="zh-CN" sz="900" dirty="0">
                <a:latin typeface="+mn-ea"/>
                <a:ea typeface="+mn-ea"/>
              </a:rPr>
              <a:t> </a:t>
            </a:r>
            <a:r>
              <a:rPr lang="en-US" altLang="zh-CN" sz="900" dirty="0" smtClean="0">
                <a:latin typeface="+mn-ea"/>
                <a:ea typeface="+mn-ea"/>
              </a:rPr>
              <a:t>               T2</a:t>
            </a:r>
            <a:r>
              <a:rPr lang="zh-CN" altLang="en-US" sz="900" dirty="0" smtClean="0">
                <a:latin typeface="+mn-ea"/>
                <a:ea typeface="+mn-ea"/>
              </a:rPr>
              <a:t>航站楼三层国际值机</a:t>
            </a:r>
            <a:r>
              <a:rPr lang="en-US" altLang="zh-CN" sz="900" dirty="0" smtClean="0">
                <a:latin typeface="+mn-ea"/>
                <a:ea typeface="+mn-ea"/>
              </a:rPr>
              <a:t>P</a:t>
            </a:r>
            <a:r>
              <a:rPr lang="zh-CN" altLang="en-US" sz="900" dirty="0" smtClean="0">
                <a:latin typeface="+mn-ea"/>
                <a:ea typeface="+mn-ea"/>
              </a:rPr>
              <a:t>岛后方、一层国内到达肯德基旁边、三层国际安检</a:t>
            </a:r>
            <a:r>
              <a:rPr lang="en-US" altLang="zh-CN" sz="900" dirty="0" smtClean="0">
                <a:latin typeface="+mn-ea"/>
                <a:ea typeface="+mn-ea"/>
              </a:rPr>
              <a:t>08</a:t>
            </a:r>
            <a:r>
              <a:rPr lang="zh-CN" altLang="en-US" sz="900" dirty="0" smtClean="0">
                <a:latin typeface="+mn-ea"/>
                <a:ea typeface="+mn-ea"/>
              </a:rPr>
              <a:t>通道正对面、三层国际隔离内指廊交界处、二层国内隔离区</a:t>
            </a:r>
            <a:r>
              <a:rPr lang="en-US" altLang="zh-CN" sz="900" dirty="0" smtClean="0">
                <a:latin typeface="+mn-ea"/>
                <a:ea typeface="+mn-ea"/>
              </a:rPr>
              <a:t>B173</a:t>
            </a:r>
            <a:r>
              <a:rPr lang="zh-CN" altLang="en-US" sz="900" dirty="0" smtClean="0">
                <a:latin typeface="+mn-ea"/>
                <a:ea typeface="+mn-ea"/>
              </a:rPr>
              <a:t>登机口的斜对面、</a:t>
            </a:r>
            <a:r>
              <a:rPr lang="en-US" altLang="zh-CN" sz="900" dirty="0" smtClean="0">
                <a:latin typeface="+mn-ea"/>
                <a:ea typeface="+mn-ea"/>
              </a:rPr>
              <a:t>T2</a:t>
            </a:r>
            <a:r>
              <a:rPr lang="zh-CN" altLang="en-US" sz="900" dirty="0" smtClean="0">
                <a:latin typeface="+mn-ea"/>
                <a:ea typeface="+mn-ea"/>
              </a:rPr>
              <a:t>航站楼国内隔离外场</a:t>
            </a:r>
            <a:r>
              <a:rPr lang="en-US" altLang="zh-CN" sz="900" dirty="0" smtClean="0">
                <a:latin typeface="+mn-ea"/>
                <a:ea typeface="+mn-ea"/>
              </a:rPr>
              <a:t>279</a:t>
            </a:r>
            <a:r>
              <a:rPr lang="zh-CN" altLang="en-US" sz="900" dirty="0" smtClean="0">
                <a:latin typeface="+mn-ea"/>
                <a:ea typeface="+mn-ea"/>
              </a:rPr>
              <a:t>停机位对面</a:t>
            </a:r>
            <a:r>
              <a:rPr lang="zh-CN" altLang="en-US" sz="900" dirty="0">
                <a:latin typeface="+mn-ea"/>
                <a:ea typeface="+mn-ea"/>
              </a:rPr>
              <a:t> </a:t>
            </a:r>
            <a:r>
              <a:rPr lang="zh-CN" altLang="en-US" sz="900" dirty="0" smtClean="0">
                <a:latin typeface="+mn-ea"/>
                <a:ea typeface="+mn-ea"/>
              </a:rPr>
              <a:t>   </a:t>
            </a:r>
            <a:endParaRPr lang="en-US" altLang="zh-CN" sz="900" dirty="0" smtClean="0">
              <a:latin typeface="+mn-ea"/>
              <a:ea typeface="+mn-ea"/>
            </a:endParaRPr>
          </a:p>
          <a:p>
            <a:r>
              <a:rPr lang="zh-CN" sz="900" dirty="0" smtClean="0">
                <a:latin typeface="+mn-ea"/>
                <a:ea typeface="+mn-ea"/>
              </a:rPr>
              <a:t>电话</a:t>
            </a:r>
            <a:r>
              <a:rPr lang="zh-CN" sz="900" dirty="0">
                <a:latin typeface="+mn-ea"/>
                <a:ea typeface="+mn-ea"/>
              </a:rPr>
              <a:t>：</a:t>
            </a:r>
            <a:r>
              <a:rPr lang="en-US" sz="900" dirty="0">
                <a:latin typeface="+mn-ea"/>
                <a:ea typeface="+mn-ea"/>
                <a:cs typeface="Times New Roman" panose="02020603050405020304" charset="0"/>
              </a:rPr>
              <a:t>36062664</a:t>
            </a:r>
            <a:r>
              <a:rPr lang="zh-CN" sz="900" dirty="0">
                <a:latin typeface="+mn-ea"/>
                <a:ea typeface="+mn-ea"/>
              </a:rPr>
              <a:t>（</a:t>
            </a:r>
            <a:r>
              <a:rPr lang="en-US" sz="900" dirty="0">
                <a:latin typeface="+mn-ea"/>
                <a:ea typeface="+mn-ea"/>
              </a:rPr>
              <a:t>24</a:t>
            </a:r>
            <a:r>
              <a:rPr lang="zh-CN" sz="900" dirty="0">
                <a:latin typeface="+mn-ea"/>
                <a:ea typeface="+mn-ea"/>
              </a:rPr>
              <a:t>小时值班</a:t>
            </a:r>
            <a:r>
              <a:rPr lang="zh-CN" sz="900" dirty="0" smtClean="0">
                <a:latin typeface="+mn-ea"/>
                <a:ea typeface="+mn-ea"/>
              </a:rPr>
              <a:t>）</a:t>
            </a:r>
            <a:r>
              <a:rPr lang="zh-CN" altLang="en-US" sz="900" dirty="0" smtClean="0">
                <a:latin typeface="+mn-ea"/>
                <a:ea typeface="+mn-ea"/>
              </a:rPr>
              <a:t>或</a:t>
            </a:r>
            <a:r>
              <a:rPr lang="en-US" altLang="zh-CN" sz="900" dirty="0" smtClean="0">
                <a:latin typeface="+mn-ea"/>
                <a:ea typeface="+mn-ea"/>
              </a:rPr>
              <a:t>86122926</a:t>
            </a:r>
            <a:endParaRPr lang="en-US" sz="900" dirty="0">
              <a:latin typeface="+mn-ea"/>
              <a:ea typeface="+mn-ea"/>
              <a:cs typeface="Times New Roman" panose="02020603050405020304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charset="0"/>
              </a:rPr>
              <a:t>3</a:t>
            </a:r>
            <a:r>
              <a:rPr lang="zh-CN" sz="900" dirty="0">
                <a:latin typeface="+mn-ea"/>
                <a:ea typeface="+mn-ea"/>
              </a:rPr>
              <a:t>）火警电话：</a:t>
            </a:r>
            <a:r>
              <a:rPr lang="en-US" sz="900" dirty="0">
                <a:latin typeface="+mn-ea"/>
                <a:ea typeface="+mn-ea"/>
              </a:rPr>
              <a:t>36063119</a:t>
            </a:r>
            <a:endParaRPr lang="en-US" sz="900" dirty="0">
              <a:latin typeface="+mn-ea"/>
              <a:ea typeface="+mn-ea"/>
              <a:cs typeface="Times New Roman" panose="02020603050405020304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charset="0"/>
              </a:rPr>
              <a:t>4</a:t>
            </a:r>
            <a:r>
              <a:rPr lang="zh-CN" sz="900" dirty="0">
                <a:latin typeface="+mn-ea"/>
                <a:ea typeface="+mn-ea"/>
              </a:rPr>
              <a:t>）广播室电话：</a:t>
            </a:r>
            <a:r>
              <a:rPr lang="en-US" sz="900" dirty="0">
                <a:latin typeface="+mn-ea"/>
                <a:ea typeface="+mn-ea"/>
              </a:rPr>
              <a:t>36066507</a:t>
            </a:r>
            <a:endParaRPr lang="en-US" altLang="en-US" sz="9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65430" y="90250"/>
            <a:ext cx="4381500" cy="2084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 u="sng" dirty="0">
                <a:latin typeface="+mn-ea"/>
                <a:ea typeface="+mn-ea"/>
              </a:rPr>
              <a:t>②普通咨询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rgbClr val="FF0000"/>
                </a:solidFill>
                <a:latin typeface="+mn-ea"/>
                <a:ea typeface="+mn-ea"/>
              </a:rPr>
              <a:t>5</a:t>
            </a:r>
            <a:r>
              <a:rPr lang="zh-CN" altLang="en-US" sz="900" dirty="0">
                <a:latin typeface="+mn-ea"/>
                <a:ea typeface="+mn-ea"/>
              </a:rPr>
              <a:t>）</a:t>
            </a:r>
            <a:r>
              <a:rPr lang="zh-CN" altLang="en-US" sz="900" b="1" dirty="0">
                <a:latin typeface="+mn-ea"/>
                <a:ea typeface="+mn-ea"/>
              </a:rPr>
              <a:t>银行及外币兑换</a:t>
            </a:r>
            <a:endParaRPr lang="zh-CN" altLang="en-US" sz="900" b="1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ATM自助取款机：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中国农业银行：</a:t>
            </a:r>
            <a:r>
              <a:rPr lang="zh-CN" altLang="en-US" sz="900" dirty="0" smtClean="0">
                <a:latin typeface="+mn-ea"/>
                <a:ea typeface="+mn-ea"/>
              </a:rPr>
              <a:t>位于</a:t>
            </a:r>
            <a:r>
              <a:rPr lang="en-US" altLang="zh-CN" sz="900" dirty="0" smtClean="0">
                <a:latin typeface="+mn-ea"/>
                <a:ea typeface="+mn-ea"/>
              </a:rPr>
              <a:t>T1</a:t>
            </a:r>
            <a:r>
              <a:rPr lang="zh-CN" altLang="en-US" sz="900" dirty="0" smtClean="0">
                <a:latin typeface="+mn-ea"/>
                <a:ea typeface="+mn-ea"/>
              </a:rPr>
              <a:t>航站</a:t>
            </a:r>
            <a:r>
              <a:rPr lang="zh-CN" altLang="en-US" sz="900" dirty="0">
                <a:latin typeface="+mn-ea"/>
                <a:ea typeface="+mn-ea"/>
              </a:rPr>
              <a:t>楼出发厅8号门旁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广东发展银行：</a:t>
            </a:r>
            <a:r>
              <a:rPr lang="zh-CN" altLang="en-US" sz="900" dirty="0" smtClean="0">
                <a:latin typeface="+mn-ea"/>
                <a:ea typeface="+mn-ea"/>
              </a:rPr>
              <a:t>位于</a:t>
            </a:r>
            <a:r>
              <a:rPr lang="en-US" altLang="zh-CN" sz="900" dirty="0" smtClean="0">
                <a:latin typeface="+mn-ea"/>
                <a:ea typeface="+mn-ea"/>
              </a:rPr>
              <a:t>T1</a:t>
            </a:r>
            <a:r>
              <a:rPr lang="zh-CN" altLang="en-US" sz="900" dirty="0" smtClean="0">
                <a:latin typeface="+mn-ea"/>
                <a:ea typeface="+mn-ea"/>
              </a:rPr>
              <a:t>航站</a:t>
            </a:r>
            <a:r>
              <a:rPr lang="zh-CN" altLang="en-US" sz="900" dirty="0">
                <a:latin typeface="+mn-ea"/>
                <a:ea typeface="+mn-ea"/>
              </a:rPr>
              <a:t>楼三层N岛</a:t>
            </a:r>
            <a:r>
              <a:rPr lang="zh-CN" altLang="en-US" sz="900" dirty="0" smtClean="0">
                <a:latin typeface="+mn-ea"/>
                <a:ea typeface="+mn-ea"/>
              </a:rPr>
              <a:t>旁和</a:t>
            </a:r>
            <a:r>
              <a:rPr lang="en-US" altLang="zh-CN" sz="900" dirty="0" smtClean="0">
                <a:latin typeface="+mn-ea"/>
                <a:ea typeface="+mn-ea"/>
              </a:rPr>
              <a:t>T2L</a:t>
            </a:r>
            <a:r>
              <a:rPr lang="zh-CN" altLang="en-US" sz="900" dirty="0" smtClean="0">
                <a:latin typeface="+mn-ea"/>
                <a:ea typeface="+mn-ea"/>
              </a:rPr>
              <a:t>岛对面</a:t>
            </a:r>
            <a:r>
              <a:rPr lang="en-US" altLang="zh-CN" sz="900" dirty="0" smtClean="0">
                <a:latin typeface="+mn-ea"/>
                <a:ea typeface="+mn-ea"/>
              </a:rPr>
              <a:t>B</a:t>
            </a:r>
            <a:r>
              <a:rPr lang="zh-CN" altLang="en-US" sz="900" dirty="0" smtClean="0">
                <a:latin typeface="+mn-ea"/>
                <a:ea typeface="+mn-ea"/>
              </a:rPr>
              <a:t>区出发通道旁</a:t>
            </a:r>
            <a:endParaRPr lang="en-US" altLang="zh-CN" sz="900" dirty="0" smtClean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latin typeface="+mn-ea"/>
                <a:ea typeface="+mn-ea"/>
              </a:rPr>
              <a:t> </a:t>
            </a:r>
            <a:r>
              <a:rPr lang="en-US" altLang="zh-CN" sz="900" dirty="0" smtClean="0">
                <a:latin typeface="+mn-ea"/>
                <a:ea typeface="+mn-ea"/>
              </a:rPr>
              <a:t>             </a:t>
            </a:r>
            <a:r>
              <a:rPr lang="zh-CN" altLang="en-US" sz="900" dirty="0" smtClean="0">
                <a:latin typeface="+mn-ea"/>
                <a:ea typeface="+mn-ea"/>
              </a:rPr>
              <a:t>位于</a:t>
            </a:r>
            <a:r>
              <a:rPr lang="en-US" altLang="zh-CN" sz="900" dirty="0" smtClean="0">
                <a:latin typeface="+mn-ea"/>
                <a:ea typeface="+mn-ea"/>
              </a:rPr>
              <a:t>T2</a:t>
            </a:r>
            <a:r>
              <a:rPr lang="zh-CN" altLang="en-US" sz="900" dirty="0" smtClean="0">
                <a:latin typeface="+mn-ea"/>
                <a:ea typeface="+mn-ea"/>
              </a:rPr>
              <a:t>出发厅三层天空舞台后警务室旁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中国建设银行：位于航站楼一层21号门旁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汇丰银行：A区到达厅5号门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恒生银行：A区到达厅5号门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花旗银行：A区到达厅5号</a:t>
            </a:r>
            <a:r>
              <a:rPr lang="zh-CN" altLang="en-US" sz="900" dirty="0" smtClean="0">
                <a:latin typeface="+mn-ea"/>
                <a:ea typeface="+mn-ea"/>
              </a:rPr>
              <a:t>门</a:t>
            </a:r>
            <a:endParaRPr lang="en-US" altLang="zh-CN" sz="900" dirty="0" smtClean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 smtClean="0">
                <a:latin typeface="+mn-ea"/>
                <a:ea typeface="+mn-ea"/>
              </a:rPr>
              <a:t>T2P</a:t>
            </a:r>
            <a:r>
              <a:rPr lang="zh-CN" altLang="en-US" sz="900" dirty="0" smtClean="0">
                <a:latin typeface="+mn-ea"/>
                <a:ea typeface="+mn-ea"/>
              </a:rPr>
              <a:t>值机区后面，设有银联、</a:t>
            </a:r>
            <a:r>
              <a:rPr lang="en-US" altLang="zh-CN" sz="900" dirty="0" smtClean="0">
                <a:latin typeface="+mn-ea"/>
                <a:ea typeface="+mn-ea"/>
              </a:rPr>
              <a:t>VISA</a:t>
            </a:r>
            <a:r>
              <a:rPr lang="zh-CN" altLang="en-US" sz="900" dirty="0" smtClean="0">
                <a:latin typeface="+mn-ea"/>
                <a:ea typeface="+mn-ea"/>
              </a:rPr>
              <a:t>、</a:t>
            </a:r>
            <a:r>
              <a:rPr lang="en-US" altLang="zh-CN" sz="900" dirty="0" smtClean="0">
                <a:latin typeface="+mn-ea"/>
                <a:ea typeface="+mn-ea"/>
              </a:rPr>
              <a:t>Master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65430" y="90170"/>
            <a:ext cx="4763770" cy="2582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 u="sng" dirty="0">
                <a:latin typeface="+mn-ea"/>
                <a:ea typeface="+mn-ea"/>
              </a:rPr>
              <a:t>②普通咨询</a:t>
            </a:r>
            <a:endParaRPr lang="zh-CN" altLang="en-US" sz="900" b="1" u="sng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外币兑换：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solidFill>
                  <a:srgbClr val="C00000"/>
                </a:solidFill>
                <a:latin typeface="+mn-ea"/>
                <a:ea typeface="+mn-ea"/>
              </a:rPr>
              <a:t>T1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ea typeface="+mn-ea"/>
              </a:rPr>
              <a:t>：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广东发展银行</a:t>
            </a:r>
            <a:r>
              <a:rPr lang="zh-CN" altLang="en-US" sz="900" dirty="0" smtClean="0">
                <a:latin typeface="+mn-ea"/>
                <a:ea typeface="+mn-ea"/>
              </a:rPr>
              <a:t>：</a:t>
            </a:r>
            <a:r>
              <a:rPr lang="en-US" altLang="zh-CN" sz="900" dirty="0" smtClean="0">
                <a:latin typeface="+mn-ea"/>
                <a:ea typeface="+mn-ea"/>
              </a:rPr>
              <a:t>T1</a:t>
            </a:r>
            <a:r>
              <a:rPr lang="zh-CN" altLang="en-US" sz="900" dirty="0" smtClean="0">
                <a:latin typeface="+mn-ea"/>
                <a:ea typeface="+mn-ea"/>
              </a:rPr>
              <a:t>航站楼A</a:t>
            </a:r>
            <a:r>
              <a:rPr lang="zh-CN" altLang="en-US" sz="900" dirty="0">
                <a:latin typeface="+mn-ea"/>
                <a:ea typeface="+mn-ea"/>
              </a:rPr>
              <a:t>区国际到达厅3-5号门之间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提供美元、欧元、日元、港币等外币兑换服务，营业时间为09:00-21:00。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外币兑换中心：航站楼三层G岛和H岛之间，国际出发联检区域外</a:t>
            </a:r>
            <a:r>
              <a:rPr lang="en-US" altLang="zh-CN" sz="900" dirty="0">
                <a:latin typeface="+mn-ea"/>
                <a:ea typeface="+mn-ea"/>
              </a:rPr>
              <a:t>:</a:t>
            </a:r>
            <a:endParaRPr lang="en-US" altLang="zh-CN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solidFill>
                  <a:srgbClr val="C00000"/>
                </a:solidFill>
                <a:latin typeface="+mn-ea"/>
                <a:ea typeface="+mn-ea"/>
              </a:rPr>
              <a:t>T2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ea typeface="+mn-ea"/>
              </a:rPr>
              <a:t>：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（1）联合货币兑换 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地址：航站楼主楼三层国际安检大厅；国际出发隔离区边防后商业集中区（位于国际隔离出发问询台右侧）。 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（2）方汇货币兑换银行（共 3 个） 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地址：a.航站楼主楼三层国际候检大厅； 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      b.航站楼主楼三层值机大厅国际值机 P 区后面； </a:t>
            </a:r>
            <a:endParaRPr lang="zh-CN" altLang="en-US" sz="9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+mn-ea"/>
                <a:ea typeface="+mn-ea"/>
              </a:rPr>
              <a:t>      c.航站楼主楼一层国际到达出口外（53 号门对面）。</a:t>
            </a:r>
            <a:endParaRPr lang="zh-CN" altLang="en-US" sz="9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65430" y="144780"/>
            <a:ext cx="4239260" cy="27930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rgbClr val="FF0000"/>
                </a:solidFill>
              </a:rPr>
              <a:t>7</a:t>
            </a:r>
            <a:r>
              <a:rPr lang="zh-CN" altLang="en-US" sz="900" dirty="0"/>
              <a:t>）</a:t>
            </a:r>
            <a:r>
              <a:rPr lang="zh-CN" altLang="en-US" sz="900" b="1" dirty="0"/>
              <a:t>饮水机 （24小时）</a:t>
            </a:r>
            <a:endParaRPr lang="zh-CN" altLang="en-US" sz="900" b="1" dirty="0"/>
          </a:p>
          <a:p>
            <a:pPr>
              <a:lnSpc>
                <a:spcPct val="150000"/>
              </a:lnSpc>
            </a:pPr>
            <a:r>
              <a:rPr lang="en-US" altLang="zh-CN" sz="900" dirty="0" smtClean="0"/>
              <a:t>T1</a:t>
            </a:r>
            <a:r>
              <a:rPr lang="zh-CN" altLang="en-US" sz="900" dirty="0" smtClean="0"/>
              <a:t>航站楼：   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主楼三层H值机岛</a:t>
            </a:r>
            <a:r>
              <a:rPr lang="zh-CN" altLang="en-US" sz="900" dirty="0" smtClean="0"/>
              <a:t>旁                                   </a:t>
            </a:r>
            <a:r>
              <a:rPr lang="zh-CN" altLang="en-US" sz="900" dirty="0"/>
              <a:t>主楼三层N值机</a:t>
            </a:r>
            <a:r>
              <a:rPr lang="zh-CN" altLang="en-US" sz="900" dirty="0" smtClean="0"/>
              <a:t>岛旁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东二指廊三层吸烟区</a:t>
            </a:r>
            <a:r>
              <a:rPr lang="zh-CN" altLang="en-US" sz="900" dirty="0" smtClean="0"/>
              <a:t>内                              </a:t>
            </a:r>
            <a:r>
              <a:rPr lang="zh-CN" altLang="en-US" sz="900" dirty="0"/>
              <a:t>东二指廊一层远机位吸烟区</a:t>
            </a:r>
            <a:r>
              <a:rPr lang="zh-CN" altLang="en-US" sz="900" dirty="0" smtClean="0"/>
              <a:t>旁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zh-CN" altLang="en-US" sz="900" dirty="0" smtClean="0"/>
              <a:t></a:t>
            </a:r>
            <a:r>
              <a:rPr lang="zh-CN" altLang="en-US" sz="900" dirty="0"/>
              <a:t>东一指廊三层第一个吸烟区</a:t>
            </a:r>
            <a:r>
              <a:rPr lang="zh-CN" altLang="en-US" sz="900" dirty="0" smtClean="0"/>
              <a:t>内                   </a:t>
            </a:r>
            <a:r>
              <a:rPr lang="zh-CN" altLang="en-US" sz="900" dirty="0"/>
              <a:t>东一指廊远机位吸烟区</a:t>
            </a:r>
            <a:r>
              <a:rPr lang="zh-CN" altLang="en-US" sz="900" dirty="0" smtClean="0"/>
              <a:t>外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zh-CN" altLang="en-US" sz="900" dirty="0" smtClean="0"/>
              <a:t></a:t>
            </a:r>
            <a:r>
              <a:rPr lang="zh-CN" altLang="en-US" sz="900" dirty="0"/>
              <a:t>西二指廊三层吸烟区</a:t>
            </a:r>
            <a:r>
              <a:rPr lang="zh-CN" altLang="en-US" sz="900" dirty="0" smtClean="0"/>
              <a:t>内                              </a:t>
            </a:r>
            <a:r>
              <a:rPr lang="zh-CN" altLang="en-US" sz="900" dirty="0"/>
              <a:t>西二指廊一层远机位吸烟区外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西一指廊三层第一个吸烟区</a:t>
            </a:r>
            <a:r>
              <a:rPr lang="zh-CN" altLang="en-US" sz="900" dirty="0" smtClean="0"/>
              <a:t>内                   </a:t>
            </a:r>
            <a:r>
              <a:rPr lang="zh-CN" altLang="en-US" sz="900" dirty="0"/>
              <a:t>位于西一指廊一层远机位吸烟区</a:t>
            </a:r>
            <a:r>
              <a:rPr lang="zh-CN" altLang="en-US" sz="900" dirty="0" smtClean="0"/>
              <a:t>外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en-US" altLang="zh-CN" sz="900" dirty="0" smtClean="0"/>
              <a:t>T2</a:t>
            </a:r>
            <a:r>
              <a:rPr lang="zh-CN" altLang="en-US" sz="900" dirty="0" smtClean="0"/>
              <a:t>航站楼：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zh-CN" altLang="en-US" sz="900" dirty="0"/>
              <a:t></a:t>
            </a:r>
            <a:r>
              <a:rPr lang="zh-CN" altLang="en-US" sz="900" dirty="0" smtClean="0"/>
              <a:t>出发厅四层餐饮区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zh-CN" altLang="en-US" sz="900" dirty="0" smtClean="0"/>
              <a:t>一层到达厅</a:t>
            </a:r>
            <a:r>
              <a:rPr lang="en-US" altLang="zh-CN" sz="900" dirty="0" smtClean="0"/>
              <a:t>50</a:t>
            </a:r>
            <a:r>
              <a:rPr lang="zh-CN" altLang="en-US" sz="900" dirty="0" smtClean="0"/>
              <a:t>号门内、</a:t>
            </a:r>
            <a:r>
              <a:rPr lang="en-US" altLang="zh-CN" sz="900" dirty="0" smtClean="0"/>
              <a:t>51</a:t>
            </a:r>
            <a:r>
              <a:rPr lang="zh-CN" altLang="en-US" sz="900" dirty="0" smtClean="0"/>
              <a:t>和</a:t>
            </a:r>
            <a:r>
              <a:rPr lang="en-US" altLang="zh-CN" sz="900" dirty="0" smtClean="0"/>
              <a:t>52</a:t>
            </a:r>
            <a:r>
              <a:rPr lang="zh-CN" altLang="en-US" sz="900" dirty="0" smtClean="0"/>
              <a:t>号门中间升降梯旁、</a:t>
            </a:r>
            <a:r>
              <a:rPr lang="en-US" altLang="zh-CN" sz="900" dirty="0" smtClean="0"/>
              <a:t>53</a:t>
            </a:r>
            <a:r>
              <a:rPr lang="zh-CN" altLang="en-US" sz="900" dirty="0" smtClean="0"/>
              <a:t>号门内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zh-CN" altLang="en-US" sz="900" dirty="0" smtClean="0"/>
              <a:t></a:t>
            </a:r>
            <a:r>
              <a:rPr lang="en-US" altLang="zh-CN" sz="900" dirty="0" smtClean="0"/>
              <a:t>GTC</a:t>
            </a:r>
            <a:r>
              <a:rPr lang="zh-CN" altLang="en-US" sz="900" dirty="0" smtClean="0"/>
              <a:t>交通中心西客运站、</a:t>
            </a:r>
            <a:r>
              <a:rPr lang="en-US" altLang="zh-CN" sz="900" dirty="0" smtClean="0"/>
              <a:t>P8</a:t>
            </a:r>
            <a:r>
              <a:rPr lang="zh-CN" altLang="en-US" sz="900" dirty="0" smtClean="0"/>
              <a:t>停车楼</a:t>
            </a:r>
            <a:r>
              <a:rPr lang="en-US" altLang="zh-CN" sz="900" dirty="0" smtClean="0"/>
              <a:t>C5</a:t>
            </a:r>
            <a:r>
              <a:rPr lang="zh-CN" altLang="en-US" sz="900" dirty="0" smtClean="0"/>
              <a:t>对面和</a:t>
            </a:r>
            <a:r>
              <a:rPr lang="en-US" altLang="zh-CN" sz="900" dirty="0" smtClean="0"/>
              <a:t>H5</a:t>
            </a:r>
            <a:r>
              <a:rPr lang="zh-CN" altLang="en-US" sz="900" dirty="0" smtClean="0"/>
              <a:t>对面、东客运站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zh-CN" altLang="en-US" sz="900" dirty="0" smtClean="0"/>
              <a:t>二楼夹层（酒吧街）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endParaRPr lang="zh-CN" alt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99390" y="144496"/>
            <a:ext cx="4402455" cy="252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rgbClr val="FF0000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900" dirty="0">
                <a:latin typeface="宋体" panose="02010600030101010101" pitchFamily="2" charset="-122"/>
              </a:rPr>
              <a:t>）</a:t>
            </a:r>
            <a:r>
              <a:rPr lang="zh-CN" altLang="en-US" sz="900" b="1" dirty="0">
                <a:latin typeface="宋体" panose="02010600030101010101" pitchFamily="2" charset="-122"/>
              </a:rPr>
              <a:t>邮局及快递</a:t>
            </a:r>
            <a:endParaRPr lang="zh-CN" altLang="en-US" sz="900" b="1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 dirty="0">
                <a:latin typeface="宋体" panose="02010600030101010101" pitchFamily="2" charset="-122"/>
              </a:rPr>
              <a:t>邮局</a:t>
            </a:r>
            <a:r>
              <a:rPr lang="zh-CN" altLang="en-US" sz="900" dirty="0" smtClean="0">
                <a:latin typeface="宋体" panose="02010600030101010101" pitchFamily="2" charset="-122"/>
              </a:rPr>
              <a:t>：</a:t>
            </a:r>
            <a:r>
              <a:rPr lang="en-US" altLang="zh-CN" sz="900" dirty="0" smtClean="0">
                <a:latin typeface="宋体" panose="02010600030101010101" pitchFamily="2" charset="-122"/>
              </a:rPr>
              <a:t>T1</a:t>
            </a:r>
            <a:r>
              <a:rPr lang="zh-CN" altLang="en-US" sz="900" dirty="0" smtClean="0">
                <a:latin typeface="宋体" panose="02010600030101010101" pitchFamily="2" charset="-122"/>
              </a:rPr>
              <a:t>航站</a:t>
            </a:r>
            <a:r>
              <a:rPr lang="zh-CN" altLang="en-US" sz="900" dirty="0">
                <a:latin typeface="宋体" panose="02010600030101010101" pitchFamily="2" charset="-122"/>
              </a:rPr>
              <a:t>楼主楼三层出发大厅9号门，即H岛</a:t>
            </a:r>
            <a:r>
              <a:rPr lang="zh-CN" altLang="en-US" sz="900" dirty="0" smtClean="0">
                <a:latin typeface="宋体" panose="02010600030101010101" pitchFamily="2" charset="-122"/>
              </a:rPr>
              <a:t>斜对面</a:t>
            </a:r>
            <a:endParaRPr lang="en-US" altLang="zh-CN" sz="900" dirty="0" smtClean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latin typeface="宋体" panose="02010600030101010101" pitchFamily="2" charset="-122"/>
              </a:rPr>
              <a:t> </a:t>
            </a:r>
            <a:r>
              <a:rPr lang="en-US" altLang="zh-CN" sz="900" dirty="0" smtClean="0">
                <a:latin typeface="宋体" panose="02010600030101010101" pitchFamily="2" charset="-122"/>
              </a:rPr>
              <a:t>     T2</a:t>
            </a:r>
            <a:r>
              <a:rPr lang="zh-CN" altLang="en-US" sz="900" dirty="0" smtClean="0">
                <a:latin typeface="宋体" panose="02010600030101010101" pitchFamily="2" charset="-122"/>
              </a:rPr>
              <a:t>航站楼三层值机大厅</a:t>
            </a:r>
            <a:r>
              <a:rPr lang="en-US" altLang="zh-CN" sz="900" dirty="0" smtClean="0">
                <a:latin typeface="宋体" panose="02010600030101010101" pitchFamily="2" charset="-122"/>
              </a:rPr>
              <a:t>D/E</a:t>
            </a:r>
            <a:r>
              <a:rPr lang="zh-CN" altLang="en-US" sz="900" dirty="0" smtClean="0">
                <a:latin typeface="宋体" panose="02010600030101010101" pitchFamily="2" charset="-122"/>
              </a:rPr>
              <a:t>区岛尾</a:t>
            </a:r>
            <a:endParaRPr lang="zh-CN" altLang="en-US" sz="900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宋体" panose="02010600030101010101" pitchFamily="2" charset="-122"/>
              </a:rPr>
              <a:t>      营业时间：9：00-17：</a:t>
            </a:r>
            <a:r>
              <a:rPr lang="zh-CN" altLang="en-US" sz="900" dirty="0" smtClean="0">
                <a:latin typeface="宋体" panose="02010600030101010101" pitchFamily="2" charset="-122"/>
              </a:rPr>
              <a:t>00</a:t>
            </a:r>
            <a:endParaRPr lang="en-US" altLang="zh-CN" sz="900" dirty="0" smtClean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 dirty="0">
                <a:latin typeface="宋体" panose="02010600030101010101" pitchFamily="2" charset="-122"/>
              </a:rPr>
              <a:t>高捷</a:t>
            </a:r>
            <a:r>
              <a:rPr lang="zh-CN" altLang="en-US" sz="900" b="1" dirty="0" smtClean="0">
                <a:latin typeface="宋体" panose="02010600030101010101" pitchFamily="2" charset="-122"/>
              </a:rPr>
              <a:t>航运</a:t>
            </a:r>
            <a:r>
              <a:rPr lang="zh-CN" altLang="en-US" sz="900" dirty="0" smtClean="0">
                <a:latin typeface="宋体" panose="02010600030101010101" pitchFamily="2" charset="-122"/>
              </a:rPr>
              <a:t>：</a:t>
            </a:r>
            <a:r>
              <a:rPr lang="en-US" altLang="zh-CN" sz="900" dirty="0" smtClean="0">
                <a:latin typeface="宋体" panose="02010600030101010101" pitchFamily="2" charset="-122"/>
              </a:rPr>
              <a:t>T2</a:t>
            </a:r>
            <a:r>
              <a:rPr lang="zh-CN" altLang="en-US" sz="900" dirty="0" smtClean="0">
                <a:latin typeface="宋体" panose="02010600030101010101" pitchFamily="2" charset="-122"/>
              </a:rPr>
              <a:t>航站楼主楼三层国内安检候检区</a:t>
            </a:r>
            <a:endParaRPr lang="en-US" altLang="zh-CN" sz="900" dirty="0" smtClean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 dirty="0" smtClean="0">
                <a:latin typeface="宋体" panose="02010600030101010101" pitchFamily="2" charset="-122"/>
              </a:rPr>
              <a:t>民航</a:t>
            </a:r>
            <a:r>
              <a:rPr lang="zh-CN" altLang="en-US" sz="900" b="1" dirty="0">
                <a:latin typeface="宋体" panose="02010600030101010101" pitchFamily="2" charset="-122"/>
              </a:rPr>
              <a:t>快递</a:t>
            </a:r>
            <a:r>
              <a:rPr lang="zh-CN" altLang="en-US" sz="900" dirty="0" smtClean="0">
                <a:latin typeface="宋体" panose="02010600030101010101" pitchFamily="2" charset="-122"/>
              </a:rPr>
              <a:t>：</a:t>
            </a:r>
            <a:r>
              <a:rPr lang="en-US" altLang="zh-CN" sz="900" dirty="0" smtClean="0">
                <a:latin typeface="宋体" panose="02010600030101010101" pitchFamily="2" charset="-122"/>
              </a:rPr>
              <a:t>T1</a:t>
            </a:r>
            <a:r>
              <a:rPr lang="zh-CN" altLang="en-US" sz="900" dirty="0" smtClean="0">
                <a:latin typeface="宋体" panose="02010600030101010101" pitchFamily="2" charset="-122"/>
              </a:rPr>
              <a:t>航站楼广</a:t>
            </a:r>
            <a:r>
              <a:rPr lang="zh-CN" altLang="en-US" sz="900" dirty="0">
                <a:latin typeface="宋体" panose="02010600030101010101" pitchFamily="2" charset="-122"/>
              </a:rPr>
              <a:t>发银行旁(即N岛对面)</a:t>
            </a:r>
            <a:r>
              <a:rPr lang="zh-CN" altLang="en-US" sz="900" dirty="0" smtClean="0">
                <a:latin typeface="宋体" panose="02010600030101010101" pitchFamily="2" charset="-122"/>
              </a:rPr>
              <a:t>。电话</a:t>
            </a:r>
            <a:r>
              <a:rPr lang="zh-CN" altLang="en-US" sz="900" dirty="0">
                <a:latin typeface="宋体" panose="02010600030101010101" pitchFamily="2" charset="-122"/>
              </a:rPr>
              <a:t>：</a:t>
            </a:r>
            <a:r>
              <a:rPr lang="zh-CN" altLang="en-US" sz="900" dirty="0" smtClean="0">
                <a:latin typeface="宋体" panose="02010600030101010101" pitchFamily="2" charset="-122"/>
              </a:rPr>
              <a:t>36067912</a:t>
            </a:r>
            <a:endParaRPr lang="en-US" altLang="zh-CN" sz="900" dirty="0" smtClean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 dirty="0" smtClean="0">
                <a:latin typeface="宋体" panose="02010600030101010101" pitchFamily="2" charset="-122"/>
              </a:rPr>
              <a:t>顺丰速运</a:t>
            </a:r>
            <a:r>
              <a:rPr lang="zh-CN" altLang="en-US" sz="900" dirty="0" smtClean="0">
                <a:latin typeface="宋体" panose="02010600030101010101" pitchFamily="2" charset="-122"/>
              </a:rPr>
              <a:t>：</a:t>
            </a:r>
            <a:r>
              <a:rPr lang="en-US" altLang="zh-CN" sz="900" dirty="0" smtClean="0">
                <a:latin typeface="宋体" panose="02010600030101010101" pitchFamily="2" charset="-122"/>
              </a:rPr>
              <a:t>T1</a:t>
            </a:r>
            <a:r>
              <a:rPr lang="zh-CN" altLang="en-US" sz="900" dirty="0" smtClean="0">
                <a:latin typeface="宋体" panose="02010600030101010101" pitchFamily="2" charset="-122"/>
              </a:rPr>
              <a:t>航站楼</a:t>
            </a:r>
            <a:r>
              <a:rPr lang="en-US" altLang="zh-CN" sz="900" dirty="0" smtClean="0">
                <a:latin typeface="宋体" panose="02010600030101010101" pitchFamily="2" charset="-122"/>
              </a:rPr>
              <a:t>22</a:t>
            </a:r>
            <a:r>
              <a:rPr lang="zh-CN" altLang="en-US" sz="900" dirty="0" smtClean="0">
                <a:latin typeface="宋体" panose="02010600030101010101" pitchFamily="2" charset="-122"/>
              </a:rPr>
              <a:t>号门内</a:t>
            </a:r>
            <a:endParaRPr lang="en-US" altLang="zh-CN" sz="900" dirty="0" smtClean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latin typeface="宋体" panose="02010600030101010101" pitchFamily="2" charset="-122"/>
              </a:rPr>
              <a:t> </a:t>
            </a:r>
            <a:r>
              <a:rPr lang="en-US" altLang="zh-CN" sz="900" dirty="0" smtClean="0">
                <a:latin typeface="宋体" panose="02010600030101010101" pitchFamily="2" charset="-122"/>
              </a:rPr>
              <a:t>         T2</a:t>
            </a:r>
            <a:r>
              <a:rPr lang="zh-CN" altLang="en-US" sz="900" dirty="0" smtClean="0">
                <a:latin typeface="宋体" panose="02010600030101010101" pitchFamily="2" charset="-122"/>
              </a:rPr>
              <a:t>航站楼主楼三层国际安检候检大厅</a:t>
            </a:r>
            <a:endParaRPr lang="zh-CN" altLang="en-US" sz="900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宋体" panose="02010600030101010101" pitchFamily="2" charset="-122"/>
              </a:rPr>
              <a:t>应提醒旅客注意的是，民航快递、ＥＭＳ不承运各类打火机；液态物品一般不承运，但可以酌情与其工作人员商量；药品类凭医院证明可以承运。</a:t>
            </a:r>
            <a:endParaRPr lang="zh-CN" altLang="en-US" sz="900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rgbClr val="FF0000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900" dirty="0">
                <a:latin typeface="宋体" panose="02010600030101010101" pitchFamily="2" charset="-122"/>
              </a:rPr>
              <a:t>）</a:t>
            </a:r>
            <a:r>
              <a:rPr lang="zh-CN" altLang="en-US" sz="900" b="1" dirty="0">
                <a:latin typeface="宋体" panose="02010600030101010101" pitchFamily="2" charset="-122"/>
              </a:rPr>
              <a:t>行李提取</a:t>
            </a:r>
            <a:endParaRPr lang="zh-CN" altLang="en-US" sz="900" b="1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latin typeface="宋体" panose="02010600030101010101" pitchFamily="2" charset="-122"/>
              </a:rPr>
              <a:t>行李提取在位于航站楼一层的A区到达厅、B区到达厅内,设有行李转盘显示屏，旅客可根据航班找到托运行李所在的转盘。若有疑问到行李查询柜台咨询。</a:t>
            </a:r>
            <a:endParaRPr lang="zh-CN" altLang="en-US" sz="900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rgbClr val="FF0000"/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900" dirty="0">
                <a:latin typeface="宋体" panose="02010600030101010101" pitchFamily="2" charset="-122"/>
              </a:rPr>
              <a:t>）</a:t>
            </a:r>
            <a:r>
              <a:rPr lang="zh-CN" altLang="en-US" sz="900" b="1" dirty="0">
                <a:latin typeface="宋体" panose="02010600030101010101" pitchFamily="2" charset="-122"/>
              </a:rPr>
              <a:t>航班不正常服务柜台</a:t>
            </a:r>
            <a:endParaRPr lang="zh-CN" altLang="en-US" sz="900" b="1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 dirty="0">
                <a:latin typeface="宋体" panose="02010600030101010101" pitchFamily="2" charset="-122"/>
              </a:rPr>
              <a:t>机场代办</a:t>
            </a:r>
            <a:r>
              <a:rPr lang="zh-CN" altLang="en-US" sz="900" dirty="0" smtClean="0">
                <a:latin typeface="宋体" panose="02010600030101010101" pitchFamily="2" charset="-122"/>
              </a:rPr>
              <a:t>：</a:t>
            </a:r>
            <a:r>
              <a:rPr lang="en-US" altLang="zh-CN" sz="900" dirty="0" smtClean="0">
                <a:latin typeface="宋体" panose="02010600030101010101" pitchFamily="2" charset="-122"/>
              </a:rPr>
              <a:t>T1</a:t>
            </a:r>
            <a:r>
              <a:rPr lang="zh-CN" altLang="en-US" sz="900" dirty="0" smtClean="0">
                <a:latin typeface="宋体" panose="02010600030101010101" pitchFamily="2" charset="-122"/>
              </a:rPr>
              <a:t>三</a:t>
            </a:r>
            <a:r>
              <a:rPr lang="zh-CN" altLang="en-US" sz="900" dirty="0">
                <a:latin typeface="宋体" panose="02010600030101010101" pitchFamily="2" charset="-122"/>
              </a:rPr>
              <a:t>层出发厅10号门</a:t>
            </a:r>
            <a:r>
              <a:rPr lang="zh-CN" altLang="en-US" sz="900" dirty="0" smtClean="0">
                <a:latin typeface="宋体" panose="02010600030101010101" pitchFamily="2" charset="-122"/>
              </a:rPr>
              <a:t>旁 </a:t>
            </a:r>
            <a:r>
              <a:rPr lang="zh-CN" altLang="en-US" sz="900" b="1" dirty="0" smtClean="0">
                <a:latin typeface="宋体" panose="02010600030101010101" pitchFamily="2" charset="-122"/>
              </a:rPr>
              <a:t>南方</a:t>
            </a:r>
            <a:r>
              <a:rPr lang="zh-CN" altLang="en-US" sz="900" b="1" dirty="0">
                <a:latin typeface="宋体" panose="02010600030101010101" pitchFamily="2" charset="-122"/>
              </a:rPr>
              <a:t>航空</a:t>
            </a:r>
            <a:r>
              <a:rPr lang="zh-CN" altLang="en-US" sz="900" dirty="0" smtClean="0">
                <a:latin typeface="宋体" panose="02010600030101010101" pitchFamily="2" charset="-122"/>
              </a:rPr>
              <a:t>：</a:t>
            </a:r>
            <a:r>
              <a:rPr lang="en-US" altLang="zh-CN" sz="900" dirty="0" smtClean="0">
                <a:latin typeface="宋体" panose="02010600030101010101" pitchFamily="2" charset="-122"/>
              </a:rPr>
              <a:t>T1</a:t>
            </a:r>
            <a:r>
              <a:rPr lang="zh-CN" altLang="en-US" sz="900" dirty="0" smtClean="0">
                <a:latin typeface="宋体" panose="02010600030101010101" pitchFamily="2" charset="-122"/>
              </a:rPr>
              <a:t>三</a:t>
            </a:r>
            <a:r>
              <a:rPr lang="zh-CN" altLang="en-US" sz="900" dirty="0">
                <a:latin typeface="宋体" panose="02010600030101010101" pitchFamily="2" charset="-122"/>
              </a:rPr>
              <a:t>层出发厅C15号</a:t>
            </a:r>
            <a:r>
              <a:rPr lang="zh-CN" altLang="en-US" sz="900" dirty="0" smtClean="0">
                <a:latin typeface="宋体" panose="02010600030101010101" pitchFamily="2" charset="-122"/>
              </a:rPr>
              <a:t>柜台</a:t>
            </a:r>
            <a:endParaRPr lang="en-US" altLang="zh-CN" sz="900" dirty="0" smtClean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latin typeface="宋体" panose="02010600030101010101" pitchFamily="2" charset="-122"/>
              </a:rPr>
              <a:t> </a:t>
            </a:r>
            <a:r>
              <a:rPr lang="en-US" altLang="zh-CN" sz="900" dirty="0" smtClean="0">
                <a:latin typeface="宋体" panose="02010600030101010101" pitchFamily="2" charset="-122"/>
              </a:rPr>
              <a:t>                                        T2</a:t>
            </a:r>
            <a:r>
              <a:rPr lang="zh-CN" altLang="en-US" sz="900" dirty="0" smtClean="0">
                <a:latin typeface="宋体" panose="02010600030101010101" pitchFamily="2" charset="-122"/>
              </a:rPr>
              <a:t>航站楼一层</a:t>
            </a:r>
            <a:r>
              <a:rPr lang="en-US" altLang="zh-CN" sz="900" dirty="0" smtClean="0">
                <a:latin typeface="宋体" panose="02010600030101010101" pitchFamily="2" charset="-122"/>
              </a:rPr>
              <a:t>50</a:t>
            </a:r>
            <a:r>
              <a:rPr lang="zh-CN" altLang="en-US" sz="900" dirty="0" smtClean="0">
                <a:latin typeface="宋体" panose="02010600030101010101" pitchFamily="2" charset="-122"/>
              </a:rPr>
              <a:t>号门</a:t>
            </a:r>
            <a:endParaRPr lang="zh-CN" altLang="en-US" sz="9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65430" y="240030"/>
            <a:ext cx="4320540" cy="237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00" dirty="0">
                <a:solidFill>
                  <a:srgbClr val="FF0000"/>
                </a:solidFill>
              </a:rPr>
              <a:t>11</a:t>
            </a:r>
            <a:r>
              <a:rPr lang="zh-CN" altLang="en-US" sz="900" dirty="0"/>
              <a:t>）</a:t>
            </a:r>
            <a:r>
              <a:rPr lang="zh-CN" altLang="en-US" sz="900" b="1" dirty="0"/>
              <a:t>问讯处及导乘服务台</a:t>
            </a:r>
            <a:endParaRPr lang="zh-CN" altLang="en-US" sz="900" b="1" dirty="0"/>
          </a:p>
          <a:p>
            <a:pPr algn="just">
              <a:lnSpc>
                <a:spcPct val="150000"/>
              </a:lnSpc>
            </a:pPr>
            <a:r>
              <a:rPr lang="zh-CN" altLang="en-US" sz="900" dirty="0"/>
              <a:t>如有关于航班信息、详细的航站楼设施使用等咨询时，如不能为旅客提供信息，应指引旅客到问讯处或导乘服务台向相关工作人员咨询。</a:t>
            </a:r>
            <a:endParaRPr lang="zh-CN" altLang="en-US" sz="900" dirty="0"/>
          </a:p>
          <a:p>
            <a:pPr algn="just">
              <a:lnSpc>
                <a:spcPct val="150000"/>
              </a:lnSpc>
            </a:pPr>
            <a:r>
              <a:rPr lang="zh-CN" altLang="en-US" sz="900" b="1" dirty="0"/>
              <a:t>问讯处地点</a:t>
            </a:r>
            <a:r>
              <a:rPr lang="zh-CN" altLang="en-US" sz="900" b="1" dirty="0" smtClean="0"/>
              <a:t>：</a:t>
            </a:r>
            <a:r>
              <a:rPr lang="en-US" altLang="zh-CN" sz="900" dirty="0" smtClean="0"/>
              <a:t>T1</a:t>
            </a:r>
            <a:r>
              <a:rPr lang="zh-CN" altLang="en-US" sz="900" dirty="0" smtClean="0"/>
              <a:t>航站</a:t>
            </a:r>
            <a:r>
              <a:rPr lang="zh-CN" altLang="en-US" sz="900" dirty="0"/>
              <a:t>楼三层出发大厅3号门、6号门、11号门、14号门附近、一层A区到达厅5-7号门中间，一层B区到达6号门附近</a:t>
            </a:r>
            <a:r>
              <a:rPr lang="zh-CN" altLang="en-US" sz="900" dirty="0" smtClean="0"/>
              <a:t>。</a:t>
            </a:r>
            <a:endParaRPr lang="en-US" altLang="zh-CN" sz="900" dirty="0" smtClean="0"/>
          </a:p>
          <a:p>
            <a:pPr algn="just">
              <a:lnSpc>
                <a:spcPct val="150000"/>
              </a:lnSpc>
            </a:pPr>
            <a:r>
              <a:rPr lang="en-US" altLang="zh-CN" sz="900" dirty="0"/>
              <a:t> </a:t>
            </a:r>
            <a:r>
              <a:rPr lang="en-US" altLang="zh-CN" sz="900" dirty="0" smtClean="0"/>
              <a:t>                     T2</a:t>
            </a:r>
            <a:r>
              <a:rPr lang="zh-CN" altLang="en-US" sz="900" dirty="0" smtClean="0"/>
              <a:t>航站楼出发大厅</a:t>
            </a:r>
            <a:r>
              <a:rPr lang="en-US" altLang="zh-CN" sz="900" dirty="0" smtClean="0"/>
              <a:t>42</a:t>
            </a:r>
            <a:r>
              <a:rPr lang="zh-CN" altLang="en-US" sz="900" dirty="0" smtClean="0"/>
              <a:t>与</a:t>
            </a:r>
            <a:r>
              <a:rPr lang="en-US" altLang="zh-CN" sz="900" dirty="0" smtClean="0"/>
              <a:t>43</a:t>
            </a:r>
            <a:r>
              <a:rPr lang="zh-CN" altLang="en-US" sz="900" dirty="0" smtClean="0"/>
              <a:t>号门之间、</a:t>
            </a:r>
            <a:r>
              <a:rPr lang="en-US" altLang="zh-CN" sz="900" dirty="0" smtClean="0"/>
              <a:t>46</a:t>
            </a:r>
            <a:r>
              <a:rPr lang="zh-CN" altLang="en-US" sz="900" dirty="0" smtClean="0"/>
              <a:t>与</a:t>
            </a:r>
            <a:r>
              <a:rPr lang="en-US" altLang="zh-CN" sz="900" dirty="0" smtClean="0"/>
              <a:t>47</a:t>
            </a:r>
            <a:r>
              <a:rPr lang="zh-CN" altLang="en-US" sz="900" dirty="0" smtClean="0"/>
              <a:t>号门之间、值机区</a:t>
            </a:r>
            <a:r>
              <a:rPr lang="en-US" altLang="zh-CN" sz="900" dirty="0" smtClean="0"/>
              <a:t>H33</a:t>
            </a:r>
            <a:r>
              <a:rPr lang="zh-CN" altLang="en-US" sz="900" dirty="0" smtClean="0"/>
              <a:t>、</a:t>
            </a:r>
            <a:r>
              <a:rPr lang="en-US" altLang="zh-CN" sz="900" dirty="0" smtClean="0"/>
              <a:t>H34</a:t>
            </a:r>
            <a:r>
              <a:rPr lang="zh-CN" altLang="en-US" sz="900" dirty="0" smtClean="0"/>
              <a:t>、</a:t>
            </a:r>
            <a:r>
              <a:rPr lang="en-US" altLang="zh-CN" sz="900" dirty="0" smtClean="0"/>
              <a:t>J1</a:t>
            </a:r>
            <a:r>
              <a:rPr lang="zh-CN" altLang="en-US" sz="900" dirty="0" smtClean="0"/>
              <a:t>、</a:t>
            </a:r>
            <a:r>
              <a:rPr lang="en-US" altLang="zh-CN" sz="900" dirty="0" smtClean="0"/>
              <a:t>J2</a:t>
            </a:r>
            <a:r>
              <a:rPr lang="zh-CN" altLang="en-US" sz="900" dirty="0" smtClean="0"/>
              <a:t>岛头、一楼到达厅</a:t>
            </a:r>
            <a:r>
              <a:rPr lang="en-US" altLang="zh-CN" sz="900" dirty="0" smtClean="0"/>
              <a:t>51</a:t>
            </a:r>
            <a:r>
              <a:rPr lang="zh-CN" altLang="en-US" sz="900" dirty="0" smtClean="0"/>
              <a:t>号门旁、</a:t>
            </a:r>
            <a:r>
              <a:rPr lang="en-US" altLang="zh-CN" sz="900" dirty="0" smtClean="0"/>
              <a:t>53</a:t>
            </a:r>
            <a:r>
              <a:rPr lang="zh-CN" altLang="en-US" sz="900" dirty="0" smtClean="0"/>
              <a:t>号门旁、</a:t>
            </a:r>
            <a:r>
              <a:rPr lang="en-US" altLang="zh-CN" sz="900" dirty="0" smtClean="0"/>
              <a:t>GTC</a:t>
            </a:r>
            <a:r>
              <a:rPr lang="zh-CN" altLang="en-US" sz="900" dirty="0" smtClean="0"/>
              <a:t>交通中心处</a:t>
            </a:r>
            <a:endParaRPr lang="zh-CN" altLang="en-US" sz="900" dirty="0"/>
          </a:p>
          <a:p>
            <a:pPr algn="just">
              <a:lnSpc>
                <a:spcPct val="150000"/>
              </a:lnSpc>
            </a:pPr>
            <a:r>
              <a:rPr lang="zh-CN" altLang="en-US" sz="900" b="1" dirty="0"/>
              <a:t>导乘服务台地点</a:t>
            </a:r>
            <a:r>
              <a:rPr lang="zh-CN" altLang="en-US" sz="900" b="1" dirty="0" smtClean="0"/>
              <a:t>：</a:t>
            </a:r>
            <a:r>
              <a:rPr lang="en-US" altLang="zh-CN" sz="900" dirty="0" smtClean="0"/>
              <a:t>T1</a:t>
            </a:r>
            <a:r>
              <a:rPr lang="zh-CN" altLang="en-US" sz="900" dirty="0" smtClean="0"/>
              <a:t>航站</a:t>
            </a:r>
            <a:r>
              <a:rPr lang="zh-CN" altLang="en-US" sz="900" dirty="0"/>
              <a:t>楼三层出发大厅5号门、4号门附近，航站楼一层20号门对面、A区到达厅7号门附近，B区到达10号门</a:t>
            </a:r>
            <a:r>
              <a:rPr lang="zh-CN" altLang="en-US" sz="900" dirty="0" smtClean="0"/>
              <a:t>。</a:t>
            </a:r>
            <a:endParaRPr lang="en-US" altLang="zh-CN" sz="900" dirty="0" smtClean="0"/>
          </a:p>
          <a:p>
            <a:pPr algn="just">
              <a:lnSpc>
                <a:spcPct val="150000"/>
              </a:lnSpc>
            </a:pPr>
            <a:r>
              <a:rPr lang="en-US" altLang="zh-CN" sz="900" dirty="0" smtClean="0"/>
              <a:t>                              T2</a:t>
            </a:r>
            <a:r>
              <a:rPr lang="zh-CN" altLang="en-US" sz="900" dirty="0" smtClean="0"/>
              <a:t>航站楼</a:t>
            </a:r>
            <a:r>
              <a:rPr lang="en-US" altLang="zh-CN" sz="900" dirty="0" smtClean="0"/>
              <a:t>GTC</a:t>
            </a:r>
            <a:r>
              <a:rPr lang="zh-CN" altLang="en-US" sz="900" dirty="0" smtClean="0"/>
              <a:t>交通中心。</a:t>
            </a:r>
            <a:endParaRPr lang="zh-CN" altLang="en-US" sz="900" dirty="0"/>
          </a:p>
          <a:p>
            <a:pPr algn="just">
              <a:lnSpc>
                <a:spcPct val="150000"/>
              </a:lnSpc>
            </a:pPr>
            <a:r>
              <a:rPr lang="zh-CN" altLang="en-US" sz="900" dirty="0"/>
              <a:t>咨询电话：</a:t>
            </a:r>
            <a:r>
              <a:rPr lang="en-US" altLang="zh-CN" sz="900" dirty="0"/>
              <a:t>96158</a:t>
            </a:r>
            <a:r>
              <a:rPr lang="zh-CN" altLang="en-US" sz="900" dirty="0"/>
              <a:t>。  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0010" y="93980"/>
            <a:ext cx="5022215" cy="2604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rgbClr val="FF0000"/>
                </a:solidFill>
              </a:rPr>
              <a:t>12</a:t>
            </a:r>
            <a:r>
              <a:rPr lang="zh-CN" altLang="en-US" sz="900" dirty="0"/>
              <a:t>）</a:t>
            </a:r>
            <a:r>
              <a:rPr lang="zh-CN" altLang="en-US" sz="900" b="1" dirty="0"/>
              <a:t>购票服务及IC卡、保险等销售中心</a:t>
            </a:r>
            <a:endParaRPr lang="zh-CN" altLang="en-US" sz="900" b="1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     </a:t>
            </a:r>
            <a:r>
              <a:rPr lang="zh-CN" altLang="en-US" sz="900" b="1" dirty="0"/>
              <a:t>国内机票销售柜台：</a:t>
            </a:r>
            <a:endParaRPr lang="zh-CN" altLang="en-US" sz="900" b="1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solidFill>
                  <a:srgbClr val="C00000"/>
                </a:solidFill>
              </a:rPr>
              <a:t>T1</a:t>
            </a:r>
            <a:r>
              <a:rPr lang="zh-CN" altLang="en-US" sz="900" dirty="0">
                <a:solidFill>
                  <a:srgbClr val="C00000"/>
                </a:solidFill>
              </a:rPr>
              <a:t>：</a:t>
            </a:r>
            <a:r>
              <a:rPr lang="zh-CN" altLang="en-US" sz="900" dirty="0"/>
              <a:t>a、航站楼三层出发大厅3号门易登机售票柜台、11号门易登机售票柜台、15号门航服售票柜台、南航售票柜台（D岛15—17柜台）、深航售票柜台（E岛16、17号柜台）、海航售票柜台（K岛16、17号柜台）、川航售票柜台（K岛10号柜台）、国航售票柜台（L岛16、17号柜台）。</a:t>
            </a:r>
            <a:endParaRPr lang="zh-CN" altLang="en-US" sz="900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b、N岛售票柜台</a:t>
            </a:r>
            <a:endParaRPr lang="zh-CN" altLang="en-US" sz="900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c、航站楼一楼A区国际到达大厅5号门</a:t>
            </a:r>
            <a:endParaRPr lang="zh-CN" altLang="en-US" sz="900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咨询电话：86130088</a:t>
            </a:r>
            <a:endParaRPr lang="zh-CN" altLang="en-US" sz="900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 dirty="0"/>
              <a:t>国际机票销售柜台：</a:t>
            </a:r>
            <a:r>
              <a:rPr lang="zh-CN" altLang="en-US" sz="900" dirty="0"/>
              <a:t>航站楼三层出发大厅6号门。　咨询电话：86130099</a:t>
            </a:r>
            <a:endParaRPr lang="zh-CN" altLang="en-US" sz="900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在大部分机票销售柜台都设有IC卡及保险销售业务等。</a:t>
            </a:r>
            <a:endParaRPr lang="zh-CN" altLang="en-US" sz="900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solidFill>
                  <a:srgbClr val="C00000"/>
                </a:solidFill>
              </a:rPr>
              <a:t>T2</a:t>
            </a:r>
            <a:r>
              <a:rPr lang="zh-CN" altLang="en-US" sz="900" dirty="0">
                <a:solidFill>
                  <a:srgbClr val="C00000"/>
                </a:solidFill>
              </a:rPr>
              <a:t>：</a:t>
            </a:r>
            <a:r>
              <a:rPr lang="zh-CN" altLang="en-US" sz="900" dirty="0"/>
              <a:t>南航国内票务： E01-02，D35-36 南航国际票务：N1-2 柜台；</a:t>
            </a:r>
            <a:endParaRPr lang="zh-CN" altLang="en-US" sz="900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rgbClr val="FF0000"/>
                </a:solidFill>
              </a:rPr>
              <a:t>13</a:t>
            </a:r>
            <a:r>
              <a:rPr lang="zh-CN" altLang="en-US" sz="900" dirty="0"/>
              <a:t>）IC卡电话机</a:t>
            </a:r>
            <a:endParaRPr lang="zh-CN" altLang="en-US" sz="900" dirty="0"/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航站楼三层出发厅和一层到达厅都设有IC卡电话机。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7950" y="144780"/>
            <a:ext cx="5022215" cy="237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rgbClr val="FF0000"/>
                </a:solidFill>
              </a:rPr>
              <a:t>14</a:t>
            </a:r>
            <a:r>
              <a:rPr lang="zh-CN" altLang="en-US" sz="900" dirty="0"/>
              <a:t>）</a:t>
            </a:r>
            <a:r>
              <a:rPr lang="zh-CN" altLang="en-US" sz="900" b="1" dirty="0"/>
              <a:t>上网、餐饮及娱乐</a:t>
            </a:r>
            <a:endParaRPr lang="zh-CN" altLang="en-US" sz="900" b="1" dirty="0"/>
          </a:p>
          <a:p>
            <a:pPr>
              <a:lnSpc>
                <a:spcPct val="150000"/>
              </a:lnSpc>
            </a:pPr>
            <a:r>
              <a:rPr lang="zh-CN" altLang="en-US" sz="900" dirty="0" smtClean="0"/>
              <a:t>       </a:t>
            </a:r>
            <a:r>
              <a:rPr lang="zh-CN" altLang="en-US" sz="900" dirty="0"/>
              <a:t>机场已开通无线上网接入功能。选择机场免费无线网“AIRPORT-FREE-WIFI”，通过浏览器打开任意网页，选择取号机认证或微信认证认证任意一种认证方式登录即可。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       </a:t>
            </a:r>
            <a:r>
              <a:rPr lang="en-US" altLang="zh-CN" sz="900" dirty="0"/>
              <a:t>T1</a:t>
            </a:r>
            <a:r>
              <a:rPr lang="zh-CN" altLang="en-US" sz="900" dirty="0"/>
              <a:t>餐饮、购物、娱乐等设施主要分布在航站楼主楼一层及三层出发厅、航站楼一层A、B区到达厅。麦当劳在A区到达1号门、真功夫在B区到达12号门、万宁超市在</a:t>
            </a:r>
            <a:r>
              <a:rPr lang="zh-CN" altLang="en-US" sz="900" dirty="0" smtClean="0"/>
              <a:t>主楼一</a:t>
            </a:r>
            <a:r>
              <a:rPr lang="zh-CN" altLang="en-US" sz="900" dirty="0"/>
              <a:t>层</a:t>
            </a:r>
            <a:r>
              <a:rPr lang="zh-CN" altLang="en-US" sz="900" dirty="0" smtClean="0"/>
              <a:t>中部</a:t>
            </a:r>
            <a:r>
              <a:rPr lang="zh-CN" altLang="en-US" sz="900" dirty="0"/>
              <a:t>、</a:t>
            </a:r>
            <a:r>
              <a:rPr lang="zh-CN" altLang="en-US" sz="900" dirty="0" smtClean="0"/>
              <a:t>铂</a:t>
            </a:r>
            <a:r>
              <a:rPr lang="zh-CN" altLang="en-US" sz="900" dirty="0"/>
              <a:t>尔曼大酒店</a:t>
            </a:r>
            <a:r>
              <a:rPr lang="zh-CN" altLang="en-US" sz="900" dirty="0" smtClean="0"/>
              <a:t>从</a:t>
            </a:r>
            <a:r>
              <a:rPr lang="en-US" altLang="zh-CN" sz="900" dirty="0" smtClean="0"/>
              <a:t>T1</a:t>
            </a:r>
            <a:r>
              <a:rPr lang="zh-CN" altLang="en-US" sz="900" dirty="0" smtClean="0"/>
              <a:t>航站</a:t>
            </a:r>
            <a:r>
              <a:rPr lang="zh-CN" altLang="en-US" sz="900" dirty="0"/>
              <a:t>楼主楼三层13号门直走即可到达。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       </a:t>
            </a:r>
            <a:r>
              <a:rPr lang="en-US" altLang="zh-CN" sz="900" dirty="0"/>
              <a:t>T2</a:t>
            </a:r>
            <a:r>
              <a:rPr lang="zh-CN" altLang="en-US" sz="900" dirty="0"/>
              <a:t>餐饮</a:t>
            </a:r>
            <a:r>
              <a:rPr lang="zh-CN" altLang="en-US" sz="900" dirty="0">
                <a:sym typeface="+mn-ea"/>
              </a:rPr>
              <a:t>购物、娱乐等设施主要分布在航站楼一、二、三、四层。其中三层及四层较多。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rgbClr val="FF0000"/>
                </a:solidFill>
              </a:rPr>
              <a:t>15</a:t>
            </a:r>
            <a:r>
              <a:rPr lang="zh-CN" altLang="en-US" sz="900" dirty="0"/>
              <a:t>）</a:t>
            </a:r>
            <a:r>
              <a:rPr lang="zh-CN" altLang="en-US" sz="900" b="1" dirty="0"/>
              <a:t>行李寄存</a:t>
            </a:r>
            <a:endParaRPr lang="zh-CN" altLang="en-US" sz="900" b="1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       航站楼</a:t>
            </a:r>
            <a:r>
              <a:rPr lang="zh-CN" altLang="en-US" sz="900" dirty="0" smtClean="0"/>
              <a:t>内为</a:t>
            </a:r>
            <a:r>
              <a:rPr lang="zh-CN" altLang="en-US" sz="900" dirty="0"/>
              <a:t>旅客提供行李寄存服务，行李寄存费用根据行李的规格，寄存时间长短而定。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地点</a:t>
            </a:r>
            <a:r>
              <a:rPr lang="zh-CN" altLang="en-US" sz="900" dirty="0" smtClean="0"/>
              <a:t>：</a:t>
            </a:r>
            <a:r>
              <a:rPr lang="en-US" altLang="zh-CN" sz="900" dirty="0" smtClean="0"/>
              <a:t>T1</a:t>
            </a:r>
            <a:r>
              <a:rPr lang="zh-CN" altLang="en-US" sz="900" dirty="0" smtClean="0"/>
              <a:t>国内</a:t>
            </a:r>
            <a:r>
              <a:rPr lang="zh-CN" altLang="en-US" sz="900" dirty="0"/>
              <a:t>出发厅1号门旁、国际出发厅8号门旁、国内到达厅B区1个、国际到达厅1个</a:t>
            </a:r>
            <a:r>
              <a:rPr lang="zh-CN" altLang="en-US" sz="900" dirty="0" smtClean="0"/>
              <a:t>。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en-US" altLang="zh-CN" sz="900" dirty="0"/>
              <a:t> </a:t>
            </a:r>
            <a:r>
              <a:rPr lang="en-US" altLang="zh-CN" sz="900" dirty="0" smtClean="0"/>
              <a:t>          T2</a:t>
            </a:r>
            <a:r>
              <a:rPr lang="zh-CN" altLang="en-US" sz="900" dirty="0" smtClean="0"/>
              <a:t>三楼</a:t>
            </a:r>
            <a:r>
              <a:rPr lang="en-US" altLang="zh-CN" sz="900" dirty="0" smtClean="0"/>
              <a:t>C</a:t>
            </a:r>
            <a:r>
              <a:rPr lang="zh-CN" altLang="en-US" sz="900" dirty="0" smtClean="0"/>
              <a:t>值机区后面、三层</a:t>
            </a:r>
            <a:r>
              <a:rPr lang="en-US" altLang="zh-CN" sz="900" dirty="0" smtClean="0"/>
              <a:t>C/N</a:t>
            </a:r>
            <a:r>
              <a:rPr lang="zh-CN" altLang="en-US" sz="900" dirty="0" smtClean="0"/>
              <a:t>值机区后面、到达厅</a:t>
            </a:r>
            <a:r>
              <a:rPr lang="en-US" altLang="zh-CN" sz="900" dirty="0" smtClean="0"/>
              <a:t>53</a:t>
            </a:r>
            <a:r>
              <a:rPr lang="zh-CN" altLang="en-US" sz="900" dirty="0" smtClean="0"/>
              <a:t>号门对面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13665" y="470535"/>
            <a:ext cx="4893310" cy="2169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rgbClr val="FF0000"/>
                </a:solidFill>
              </a:rPr>
              <a:t>16</a:t>
            </a:r>
            <a:r>
              <a:rPr lang="zh-CN" altLang="en-US" sz="900" dirty="0"/>
              <a:t>）</a:t>
            </a:r>
            <a:r>
              <a:rPr lang="zh-CN" altLang="en-US" sz="900" b="1" dirty="0"/>
              <a:t>行李打包</a:t>
            </a:r>
            <a:r>
              <a:rPr lang="zh-CN" altLang="en-US" sz="900" dirty="0" smtClean="0"/>
              <a:t>：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zh-CN" altLang="en-US" sz="900" dirty="0"/>
              <a:t>　　 </a:t>
            </a:r>
            <a:r>
              <a:rPr lang="en-US" altLang="zh-CN" sz="900" dirty="0" smtClean="0"/>
              <a:t>T1</a:t>
            </a:r>
            <a:r>
              <a:rPr lang="zh-CN" altLang="en-US" sz="900" dirty="0" smtClean="0"/>
              <a:t>航站</a:t>
            </a:r>
            <a:r>
              <a:rPr lang="zh-CN" altLang="en-US" sz="900" dirty="0"/>
              <a:t>楼三层出发厅2号门（即D岛斜   对面）、3号门（即E岛斜对面）、东二超大行李托运点（即正对H岛）、11号门（即K岛斜对面）、14号门（即L岛斜对面）、7号门（即G岛对面）、F岛对面</a:t>
            </a:r>
            <a:r>
              <a:rPr lang="zh-CN" altLang="en-US" sz="900" dirty="0" smtClean="0"/>
              <a:t>。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en-US" altLang="zh-CN" sz="900" dirty="0"/>
              <a:t> </a:t>
            </a:r>
            <a:r>
              <a:rPr lang="en-US" altLang="zh-CN" sz="900" dirty="0" smtClean="0"/>
              <a:t>       T2</a:t>
            </a:r>
            <a:r>
              <a:rPr lang="zh-CN" altLang="en-US" sz="900" dirty="0" smtClean="0"/>
              <a:t>航站楼出发厅</a:t>
            </a:r>
            <a:r>
              <a:rPr lang="en-US" altLang="zh-CN" sz="900" dirty="0" smtClean="0"/>
              <a:t>42</a:t>
            </a:r>
            <a:r>
              <a:rPr lang="zh-CN" altLang="en-US" sz="900" dirty="0" smtClean="0"/>
              <a:t>号门旁、</a:t>
            </a:r>
            <a:r>
              <a:rPr lang="en-US" altLang="zh-CN" sz="900" dirty="0" smtClean="0"/>
              <a:t>45</a:t>
            </a:r>
            <a:r>
              <a:rPr lang="zh-CN" altLang="en-US" sz="900" dirty="0" smtClean="0"/>
              <a:t>号门旁、</a:t>
            </a:r>
            <a:r>
              <a:rPr lang="en-US" altLang="zh-CN" sz="900" dirty="0" smtClean="0"/>
              <a:t>47</a:t>
            </a:r>
            <a:r>
              <a:rPr lang="zh-CN" altLang="en-US" sz="900" dirty="0" smtClean="0"/>
              <a:t>号门旁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rgbClr val="FF0000"/>
                </a:solidFill>
              </a:rPr>
              <a:t>17</a:t>
            </a:r>
            <a:r>
              <a:rPr lang="zh-CN" altLang="en-US" sz="900" dirty="0"/>
              <a:t>）</a:t>
            </a:r>
            <a:r>
              <a:rPr lang="zh-CN" altLang="en-US" sz="900" b="1" dirty="0"/>
              <a:t>失物招领</a:t>
            </a:r>
            <a:endParaRPr lang="zh-CN" altLang="en-US" sz="900" b="1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地点</a:t>
            </a:r>
            <a:r>
              <a:rPr lang="zh-CN" altLang="en-US" sz="900" dirty="0" smtClean="0"/>
              <a:t>：</a:t>
            </a:r>
            <a:r>
              <a:rPr lang="en-US" altLang="zh-CN" sz="900" dirty="0" smtClean="0"/>
              <a:t>T1</a:t>
            </a:r>
            <a:r>
              <a:rPr lang="zh-CN" altLang="en-US" sz="900" dirty="0" smtClean="0"/>
              <a:t>航站</a:t>
            </a:r>
            <a:r>
              <a:rPr lang="zh-CN" altLang="en-US" sz="900" dirty="0"/>
              <a:t>楼三层出发大厅8号门旁</a:t>
            </a:r>
            <a:r>
              <a:rPr lang="zh-CN" altLang="en-US" sz="900" dirty="0" smtClean="0"/>
              <a:t>。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en-US" altLang="zh-CN" sz="900" dirty="0"/>
              <a:t> </a:t>
            </a:r>
            <a:r>
              <a:rPr lang="en-US" altLang="zh-CN" sz="900" dirty="0" smtClean="0"/>
              <a:t>          T2</a:t>
            </a:r>
            <a:r>
              <a:rPr lang="zh-CN" altLang="en-US" sz="900" dirty="0" smtClean="0"/>
              <a:t>航站楼主楼三层集中商业区域</a:t>
            </a:r>
            <a:r>
              <a:rPr lang="en-US" altLang="zh-CN" sz="900" dirty="0" smtClean="0"/>
              <a:t>H</a:t>
            </a:r>
            <a:r>
              <a:rPr lang="zh-CN" altLang="en-US" sz="900" dirty="0" smtClean="0"/>
              <a:t>值机岛交汇处 </a:t>
            </a:r>
            <a:endParaRPr lang="en-US" altLang="zh-CN" sz="900" dirty="0" smtClean="0"/>
          </a:p>
          <a:p>
            <a:pPr>
              <a:lnSpc>
                <a:spcPct val="150000"/>
              </a:lnSpc>
            </a:pPr>
            <a:r>
              <a:rPr lang="en-US" altLang="zh-CN" sz="900" dirty="0"/>
              <a:t> </a:t>
            </a:r>
            <a:r>
              <a:rPr lang="en-US" altLang="zh-CN" sz="900" dirty="0" smtClean="0"/>
              <a:t>          </a:t>
            </a:r>
            <a:r>
              <a:rPr lang="zh-CN" altLang="en-US" sz="900" dirty="0" smtClean="0"/>
              <a:t>服务</a:t>
            </a:r>
            <a:r>
              <a:rPr lang="zh-CN" altLang="en-US" sz="900" dirty="0"/>
              <a:t>电话： </a:t>
            </a:r>
            <a:r>
              <a:rPr lang="en-US" altLang="zh-CN" sz="900" dirty="0" smtClean="0"/>
              <a:t>00-96158</a:t>
            </a:r>
            <a:r>
              <a:rPr lang="zh-CN" altLang="en-US" sz="900" dirty="0" smtClean="0"/>
              <a:t>转</a:t>
            </a:r>
            <a:r>
              <a:rPr lang="en-US" altLang="zh-CN" sz="900" dirty="0" smtClean="0"/>
              <a:t>5</a:t>
            </a:r>
            <a:endParaRPr lang="zh-CN" altLang="en-US" sz="900" dirty="0"/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rgbClr val="FF0000"/>
                </a:solidFill>
              </a:rPr>
              <a:t>18</a:t>
            </a:r>
            <a:r>
              <a:rPr lang="zh-CN" altLang="en-US" sz="900" dirty="0"/>
              <a:t>）</a:t>
            </a:r>
            <a:r>
              <a:rPr lang="zh-CN" altLang="en-US" sz="900" b="1" dirty="0"/>
              <a:t>电瓶车服务：</a:t>
            </a:r>
            <a:r>
              <a:rPr lang="zh-CN" altLang="en-US" sz="900" dirty="0"/>
              <a:t>当旅客有需要这项服务时，客运电瓶车招手即停。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2070" y="187960"/>
            <a:ext cx="5015865" cy="24191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rgbClr val="FF0000"/>
                </a:solidFill>
              </a:rPr>
              <a:t>19</a:t>
            </a:r>
            <a:r>
              <a:rPr lang="zh-CN" altLang="en-US" sz="900" dirty="0"/>
              <a:t>）</a:t>
            </a:r>
            <a:r>
              <a:rPr lang="zh-CN" altLang="en-US" sz="900" b="1" dirty="0"/>
              <a:t>地面交通工具：</a:t>
            </a:r>
            <a:endParaRPr lang="zh-CN" altLang="en-US" sz="900" b="1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a、空港快线：机场至广州市区有八条线路，旅客可根据需求选择合适的线路乘坐。去往市区的旅客是先上车，后购票。</a:t>
            </a:r>
            <a:endParaRPr lang="zh-CN" altLang="en-US" sz="900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b、长途客运方面，空港快线开通去往深圳、珠海、东莞、佛山、惠州、江门、顺德、清远、肇庆、中山、南海等线路。旅客可以方便地直达周边城市。旅客需要先购票，再上车。</a:t>
            </a:r>
            <a:endParaRPr lang="zh-CN" altLang="en-US" sz="900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购票地点</a:t>
            </a:r>
            <a:r>
              <a:rPr lang="zh-CN" altLang="en-US" sz="900" dirty="0" smtClean="0"/>
              <a:t>：</a:t>
            </a:r>
            <a:r>
              <a:rPr lang="en-US" altLang="zh-CN" sz="900" dirty="0" smtClean="0"/>
              <a:t>T1</a:t>
            </a:r>
            <a:r>
              <a:rPr lang="zh-CN" altLang="en-US" sz="900" dirty="0" smtClean="0"/>
              <a:t>航站</a:t>
            </a:r>
            <a:r>
              <a:rPr lang="zh-CN" altLang="en-US" sz="900" dirty="0"/>
              <a:t>楼一层A区到达7号门、B区到达10号</a:t>
            </a:r>
            <a:r>
              <a:rPr lang="zh-CN" altLang="en-US" sz="900" dirty="0" smtClean="0"/>
              <a:t>门</a:t>
            </a:r>
            <a:endParaRPr lang="en-US" altLang="zh-CN" sz="900" dirty="0" smtClean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/>
              <a:t> </a:t>
            </a:r>
            <a:r>
              <a:rPr lang="en-US" altLang="zh-CN" sz="900" dirty="0" smtClean="0"/>
              <a:t>                 T2</a:t>
            </a:r>
            <a:r>
              <a:rPr lang="zh-CN" altLang="en-US" sz="900" dirty="0" smtClean="0"/>
              <a:t>航站楼</a:t>
            </a:r>
            <a:r>
              <a:rPr lang="en-US" altLang="zh-CN" sz="900" dirty="0" smtClean="0"/>
              <a:t>GTC</a:t>
            </a:r>
            <a:r>
              <a:rPr lang="zh-CN" altLang="en-US" sz="900" dirty="0" smtClean="0"/>
              <a:t>交通中心客运站</a:t>
            </a:r>
            <a:endParaRPr lang="zh-CN" altLang="en-US" sz="900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咨询电话：86122102</a:t>
            </a:r>
            <a:endParaRPr lang="zh-CN" altLang="en-US" sz="900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/>
              <a:t>c、出租车</a:t>
            </a:r>
            <a:r>
              <a:rPr lang="zh-CN" altLang="en-US" sz="900" dirty="0" smtClean="0"/>
              <a:t>：</a:t>
            </a:r>
            <a:r>
              <a:rPr lang="en-US" altLang="zh-CN" sz="900" dirty="0" smtClean="0"/>
              <a:t>T1</a:t>
            </a:r>
            <a:r>
              <a:rPr lang="zh-CN" altLang="en-US" sz="900" dirty="0" smtClean="0"/>
              <a:t>航站</a:t>
            </a:r>
            <a:r>
              <a:rPr lang="zh-CN" altLang="en-US" sz="900" dirty="0"/>
              <a:t>楼一层A区到达</a:t>
            </a:r>
            <a:r>
              <a:rPr lang="zh-CN" altLang="en-US" sz="900" dirty="0" smtClean="0"/>
              <a:t>厅</a:t>
            </a:r>
            <a:r>
              <a:rPr lang="en-US" altLang="zh-CN" sz="900" dirty="0"/>
              <a:t>8</a:t>
            </a:r>
            <a:r>
              <a:rPr lang="zh-CN" altLang="en-US" sz="900" dirty="0" smtClean="0"/>
              <a:t>号</a:t>
            </a:r>
            <a:r>
              <a:rPr lang="zh-CN" altLang="en-US" sz="900" dirty="0"/>
              <a:t>门外、B区到达</a:t>
            </a:r>
            <a:r>
              <a:rPr lang="zh-CN" altLang="en-US" sz="900" dirty="0" smtClean="0"/>
              <a:t>厅</a:t>
            </a:r>
            <a:r>
              <a:rPr lang="en-US" altLang="zh-CN" sz="900" dirty="0"/>
              <a:t>4</a:t>
            </a:r>
            <a:r>
              <a:rPr lang="zh-CN" altLang="en-US" sz="900" dirty="0" smtClean="0"/>
              <a:t>号门外、</a:t>
            </a:r>
            <a:r>
              <a:rPr lang="en-US" altLang="zh-CN" sz="900" dirty="0" smtClean="0"/>
              <a:t>8</a:t>
            </a:r>
            <a:r>
              <a:rPr lang="zh-CN" altLang="en-US" sz="900" dirty="0" smtClean="0"/>
              <a:t>号门外</a:t>
            </a:r>
            <a:endParaRPr lang="en-US" altLang="zh-CN" sz="900" dirty="0" smtClean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/>
              <a:t> </a:t>
            </a:r>
            <a:r>
              <a:rPr lang="en-US" altLang="zh-CN" sz="900" dirty="0" smtClean="0"/>
              <a:t>                   T2</a:t>
            </a:r>
            <a:r>
              <a:rPr lang="zh-CN" altLang="en-US" sz="900" dirty="0" smtClean="0"/>
              <a:t>航站楼到达区</a:t>
            </a:r>
            <a:r>
              <a:rPr lang="en-US" altLang="zh-CN" sz="900" dirty="0" smtClean="0"/>
              <a:t>50</a:t>
            </a:r>
            <a:r>
              <a:rPr lang="zh-CN" altLang="en-US" sz="900" dirty="0" smtClean="0"/>
              <a:t>、</a:t>
            </a:r>
            <a:r>
              <a:rPr lang="en-US" altLang="zh-CN" sz="900" dirty="0" smtClean="0"/>
              <a:t>53</a:t>
            </a:r>
            <a:r>
              <a:rPr lang="zh-CN" altLang="en-US" sz="900" dirty="0" smtClean="0"/>
              <a:t>号门</a:t>
            </a:r>
            <a:endParaRPr lang="zh-CN" altLang="en-US" sz="900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rgbClr val="FF0000"/>
                </a:solidFill>
              </a:rPr>
              <a:t>20</a:t>
            </a:r>
            <a:r>
              <a:rPr lang="zh-CN" altLang="en-US" sz="900" dirty="0"/>
              <a:t>）</a:t>
            </a:r>
            <a:r>
              <a:rPr lang="zh-CN" altLang="en-US" sz="900" b="1" dirty="0"/>
              <a:t>手推车</a:t>
            </a:r>
            <a:r>
              <a:rPr lang="zh-CN" altLang="en-US" sz="900" dirty="0"/>
              <a:t>：机场提供免费的手推车给旅客使用，手推车放置于航站楼三层出发厅外、一层出发</a:t>
            </a:r>
            <a:r>
              <a:rPr lang="zh-CN" altLang="en-US" sz="900" dirty="0" smtClean="0"/>
              <a:t>厅门</a:t>
            </a:r>
            <a:r>
              <a:rPr lang="zh-CN" altLang="en-US" sz="900" dirty="0"/>
              <a:t>外、一层到达厅隔离区内、隔离区安检口通道外。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68275" y="199390"/>
            <a:ext cx="4783455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solidFill>
                  <a:srgbClr val="FF0000"/>
                </a:solidFill>
              </a:rPr>
              <a:t>21</a:t>
            </a:r>
            <a:r>
              <a:rPr lang="zh-CN" altLang="en-US" sz="1000" dirty="0"/>
              <a:t>）</a:t>
            </a:r>
            <a:r>
              <a:rPr lang="zh-CN" altLang="en-US" sz="1000" b="1" dirty="0"/>
              <a:t>旅客乘机提示</a:t>
            </a:r>
            <a:endParaRPr lang="zh-CN" altLang="en-US" sz="1000" b="1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/>
              <a:t>a、提早出门</a:t>
            </a:r>
            <a:endParaRPr lang="zh-CN" altLang="en-US" sz="1000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/>
              <a:t>    由于新机场距离市区较远，为避免旅客延误航班，请旅客提前到达机场。老机场到新机场的高速公路路程大约需要20分钟；旅客将行李卸车后到达值机柜台大约需要5分钟；托运行李、办理登机牌、通过安检到达候机区，整个过程大约需要15—25分钟。因此，请提醒旅客务必预留出更多的时间来办理手续，建议最好在飞机起飞前2小时到达机场。</a:t>
            </a:r>
            <a:endParaRPr lang="zh-CN" altLang="en-US" sz="1000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/>
              <a:t>b、要明辨方向</a:t>
            </a:r>
            <a:endParaRPr lang="zh-CN" altLang="en-US" sz="1000" dirty="0"/>
          </a:p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/>
              <a:t>新机场的面积是老机场的四倍，所以要提醒旅客根据目标性建筑物，如C岛、热带树林、A区、B区吊牌、指示牌等辨明方向，弄清自己在航站楼所处的位置，并根据指示牌指示找到需要去的地点，避免走多余的回程路。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65430" y="168910"/>
            <a:ext cx="4186555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000"/>
              <a:t>c、分清候机区</a:t>
            </a:r>
            <a:endParaRPr lang="zh-CN" altLang="en-US" sz="1000"/>
          </a:p>
          <a:p>
            <a:pPr algn="just">
              <a:lnSpc>
                <a:spcPct val="130000"/>
              </a:lnSpc>
            </a:pPr>
            <a:r>
              <a:rPr lang="zh-CN" altLang="en-US" sz="1000"/>
              <a:t>提醒旅客在办理完值机手续后，应尽快按照登机牌上的指示到达相应候机区域。因为航站楼候机区域实行小区广播，如果旅客不在指定候机区域候机，将可能因听不到广播而耽误航班。</a:t>
            </a:r>
            <a:endParaRPr lang="zh-CN" altLang="en-US" sz="1000"/>
          </a:p>
          <a:p>
            <a:pPr algn="just">
              <a:lnSpc>
                <a:spcPct val="130000"/>
              </a:lnSpc>
            </a:pPr>
            <a:r>
              <a:rPr lang="zh-CN" altLang="en-US" sz="1000"/>
              <a:t>d、7类旅客不宜乘坐飞机</a:t>
            </a:r>
            <a:endParaRPr lang="zh-CN" altLang="en-US" sz="1000"/>
          </a:p>
          <a:p>
            <a:pPr algn="just">
              <a:lnSpc>
                <a:spcPct val="130000"/>
              </a:lnSpc>
            </a:pPr>
            <a:r>
              <a:rPr lang="zh-CN" altLang="en-US" sz="1000"/>
              <a:t>A.出生7天以内的婴儿</a:t>
            </a:r>
            <a:endParaRPr lang="zh-CN" altLang="en-US" sz="1000"/>
          </a:p>
          <a:p>
            <a:pPr algn="just">
              <a:lnSpc>
                <a:spcPct val="130000"/>
              </a:lnSpc>
            </a:pPr>
            <a:r>
              <a:rPr lang="zh-CN" altLang="en-US" sz="1000"/>
              <a:t>B.妊娠9个月以上的孕妇</a:t>
            </a:r>
            <a:endParaRPr lang="zh-CN" altLang="en-US" sz="1000"/>
          </a:p>
          <a:p>
            <a:pPr algn="just">
              <a:lnSpc>
                <a:spcPct val="130000"/>
              </a:lnSpc>
            </a:pPr>
            <a:r>
              <a:rPr lang="zh-CN" altLang="en-US" sz="1000"/>
              <a:t>C.心肌炎与心肌梗塞病后1个月以内，脑血管意外病后两周内和恶性高血压患者</a:t>
            </a:r>
            <a:endParaRPr lang="zh-CN" altLang="en-US" sz="1000"/>
          </a:p>
          <a:p>
            <a:pPr algn="just">
              <a:lnSpc>
                <a:spcPct val="130000"/>
              </a:lnSpc>
            </a:pPr>
            <a:r>
              <a:rPr lang="zh-CN" altLang="en-US" sz="1000"/>
              <a:t>D.严重肺病（结核空洞、肺功能不全的肺心病）、气胸、先天性肺囊肿</a:t>
            </a:r>
            <a:endParaRPr lang="zh-CN" altLang="en-US" sz="1000"/>
          </a:p>
          <a:p>
            <a:pPr algn="just">
              <a:lnSpc>
                <a:spcPct val="130000"/>
              </a:lnSpc>
            </a:pPr>
            <a:r>
              <a:rPr lang="zh-CN" altLang="en-US" sz="1000"/>
              <a:t>E.急性鼻窦炎和中耳炎，固定下颌手术者；重症贫血者</a:t>
            </a:r>
            <a:endParaRPr lang="zh-CN" altLang="en-US" sz="1000"/>
          </a:p>
          <a:p>
            <a:pPr algn="just">
              <a:lnSpc>
                <a:spcPct val="130000"/>
              </a:lnSpc>
            </a:pPr>
            <a:r>
              <a:rPr lang="zh-CN" altLang="en-US" sz="1000"/>
              <a:t>F.精神病有攻击行为者，无医护人员陪伴的癫痫病患者</a:t>
            </a:r>
            <a:endParaRPr lang="zh-CN" alt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32740" y="586105"/>
            <a:ext cx="445516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000" dirty="0" smtClean="0"/>
              <a:t>4.T1T2</a:t>
            </a:r>
            <a:r>
              <a:rPr lang="zh-CN" altLang="zh-CN" sz="1000" dirty="0"/>
              <a:t>大巴怎么坐？</a:t>
            </a:r>
            <a:endParaRPr lang="zh-CN" altLang="zh-CN" sz="1000" dirty="0"/>
          </a:p>
          <a:p>
            <a:r>
              <a:rPr lang="zh-CN" altLang="zh-CN" sz="1000" dirty="0"/>
              <a:t>答</a:t>
            </a:r>
            <a:r>
              <a:rPr lang="zh-CN" altLang="zh-CN" sz="1000" dirty="0" smtClean="0"/>
              <a:t>：</a:t>
            </a:r>
            <a:r>
              <a:rPr lang="en-US" altLang="zh-CN" sz="1000" dirty="0"/>
              <a:t>P</a:t>
            </a:r>
            <a:r>
              <a:rPr lang="en-US" altLang="zh-CN" sz="1000" dirty="0" smtClean="0"/>
              <a:t>8</a:t>
            </a:r>
            <a:r>
              <a:rPr lang="zh-CN" altLang="zh-CN" sz="1000" dirty="0"/>
              <a:t>中央收费处进去</a:t>
            </a:r>
            <a:r>
              <a:rPr lang="zh-CN" altLang="zh-CN" sz="1000" dirty="0" smtClean="0"/>
              <a:t>左转。</a:t>
            </a:r>
            <a:endParaRPr lang="en-US" altLang="zh-CN" sz="1000" dirty="0" smtClean="0"/>
          </a:p>
          <a:p>
            <a:endParaRPr lang="zh-CN" altLang="zh-CN" sz="1000" dirty="0"/>
          </a:p>
          <a:p>
            <a:r>
              <a:rPr lang="en-US" altLang="zh-CN" sz="1000" dirty="0"/>
              <a:t>5.</a:t>
            </a:r>
            <a:r>
              <a:rPr lang="zh-CN" altLang="zh-CN" sz="1000" dirty="0"/>
              <a:t>加油站在哪里？</a:t>
            </a:r>
            <a:endParaRPr lang="zh-CN" altLang="zh-CN" sz="1000" dirty="0"/>
          </a:p>
          <a:p>
            <a:r>
              <a:rPr lang="zh-CN" altLang="zh-CN" sz="1000" dirty="0"/>
              <a:t>答：您往北工作区方向走，出了隧道加油站在您的左手边</a:t>
            </a:r>
            <a:r>
              <a:rPr lang="zh-CN" altLang="zh-CN" sz="1000" dirty="0" smtClean="0"/>
              <a:t>。</a:t>
            </a:r>
            <a:endParaRPr lang="en-US" altLang="zh-CN" sz="1000" dirty="0" smtClean="0"/>
          </a:p>
          <a:p>
            <a:endParaRPr lang="zh-CN" altLang="zh-CN" sz="1000" dirty="0"/>
          </a:p>
          <a:p>
            <a:r>
              <a:rPr lang="en-US" altLang="zh-CN" sz="1000" dirty="0"/>
              <a:t>6.</a:t>
            </a:r>
            <a:r>
              <a:rPr lang="zh-CN" altLang="zh-CN" sz="1000" dirty="0"/>
              <a:t>哪里有给车充电的地方？</a:t>
            </a:r>
            <a:endParaRPr lang="zh-CN" altLang="zh-CN" sz="1000" dirty="0"/>
          </a:p>
          <a:p>
            <a:r>
              <a:rPr lang="zh-CN" altLang="zh-CN" sz="1000" dirty="0"/>
              <a:t>答：您往北工作区方向走，在北区派出所附近有充电的地方</a:t>
            </a:r>
            <a:r>
              <a:rPr lang="zh-CN" altLang="zh-CN" sz="1000" dirty="0" smtClean="0"/>
              <a:t>。</a:t>
            </a:r>
            <a:endParaRPr lang="en-US" altLang="zh-CN" sz="1000" dirty="0" smtClean="0"/>
          </a:p>
          <a:p>
            <a:endParaRPr lang="zh-CN" altLang="zh-CN" sz="1000" dirty="0"/>
          </a:p>
          <a:p>
            <a:r>
              <a:rPr lang="en-US" altLang="zh-CN" sz="1000" dirty="0"/>
              <a:t>7.</a:t>
            </a:r>
            <a:r>
              <a:rPr lang="zh-CN" altLang="zh-CN" sz="1000" dirty="0"/>
              <a:t>接机怎么知道他在哪个航站楼哪个区域出来？</a:t>
            </a:r>
            <a:endParaRPr lang="zh-CN" altLang="zh-CN" sz="1000" dirty="0"/>
          </a:p>
          <a:p>
            <a:r>
              <a:rPr lang="zh-CN" altLang="zh-CN" sz="1000" dirty="0"/>
              <a:t>答：您可以用微信关注“白云机场”微信公众号，进入【机场通】输入航班号查询</a:t>
            </a:r>
            <a:r>
              <a:rPr lang="zh-CN" altLang="zh-CN" sz="1000" dirty="0" smtClean="0"/>
              <a:t>。</a:t>
            </a:r>
            <a:endParaRPr lang="zh-CN" altLang="zh-CN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4"/>
          <p:cNvGrpSpPr/>
          <p:nvPr/>
        </p:nvGrpSpPr>
        <p:grpSpPr>
          <a:xfrm>
            <a:off x="265113" y="2660650"/>
            <a:ext cx="2816225" cy="58738"/>
            <a:chOff x="265113" y="2660650"/>
            <a:chExt cx="2816225" cy="58738"/>
          </a:xfrm>
        </p:grpSpPr>
        <p:sp>
          <p:nvSpPr>
            <p:cNvPr id="18436" name="Freeform 3"/>
            <p:cNvSpPr/>
            <p:nvPr/>
          </p:nvSpPr>
          <p:spPr>
            <a:xfrm>
              <a:off x="265113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1C63A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Freeform 3"/>
            <p:cNvSpPr/>
            <p:nvPr/>
          </p:nvSpPr>
          <p:spPr>
            <a:xfrm>
              <a:off x="971550" y="2660650"/>
              <a:ext cx="701675" cy="58738"/>
            </a:xfrm>
            <a:custGeom>
              <a:avLst/>
              <a:gdLst>
                <a:gd name="txL" fmla="*/ 0 w 792010"/>
                <a:gd name="txT" fmla="*/ 0 h 67703"/>
                <a:gd name="txR" fmla="*/ 792010 w 792010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48597" y="42610"/>
                </a:cxn>
                <a:cxn ang="0">
                  <a:pos x="54859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2010" h="67703">
                  <a:moveTo>
                    <a:pt x="0" y="67703"/>
                  </a:moveTo>
                  <a:lnTo>
                    <a:pt x="792010" y="67703"/>
                  </a:lnTo>
                  <a:lnTo>
                    <a:pt x="792010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36AFE9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Freeform 3"/>
            <p:cNvSpPr/>
            <p:nvPr/>
          </p:nvSpPr>
          <p:spPr>
            <a:xfrm>
              <a:off x="1673225" y="2660650"/>
              <a:ext cx="704850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8080" y="42610"/>
                </a:cxn>
                <a:cxn ang="0">
                  <a:pos x="558080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66C530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Freeform 3"/>
            <p:cNvSpPr/>
            <p:nvPr/>
          </p:nvSpPr>
          <p:spPr>
            <a:xfrm>
              <a:off x="2378075" y="2660650"/>
              <a:ext cx="703263" cy="58738"/>
            </a:xfrm>
            <a:custGeom>
              <a:avLst/>
              <a:gdLst>
                <a:gd name="txL" fmla="*/ 0 w 791997"/>
                <a:gd name="txT" fmla="*/ 0 h 67703"/>
                <a:gd name="txR" fmla="*/ 791997 w 791997"/>
                <a:gd name="txB" fmla="*/ 67703 h 67703"/>
              </a:gdLst>
              <a:ahLst/>
              <a:cxnLst>
                <a:cxn ang="0">
                  <a:pos x="0" y="42610"/>
                </a:cxn>
                <a:cxn ang="0">
                  <a:pos x="555567" y="42610"/>
                </a:cxn>
                <a:cxn ang="0">
                  <a:pos x="555567" y="0"/>
                </a:cxn>
                <a:cxn ang="0">
                  <a:pos x="0" y="0"/>
                </a:cxn>
                <a:cxn ang="0">
                  <a:pos x="0" y="42610"/>
                </a:cxn>
              </a:cxnLst>
              <a:rect l="txL" t="txT" r="txR" b="txB"/>
              <a:pathLst>
                <a:path w="791997" h="67703">
                  <a:moveTo>
                    <a:pt x="0" y="67703"/>
                  </a:moveTo>
                  <a:lnTo>
                    <a:pt x="791997" y="67703"/>
                  </a:lnTo>
                  <a:lnTo>
                    <a:pt x="791997" y="0"/>
                  </a:lnTo>
                  <a:lnTo>
                    <a:pt x="0" y="0"/>
                  </a:lnTo>
                  <a:lnTo>
                    <a:pt x="0" y="67703"/>
                  </a:lnTo>
                </a:path>
              </a:pathLst>
            </a:custGeom>
            <a:solidFill>
              <a:srgbClr val="F89D0E">
                <a:alpha val="100000"/>
              </a:srgbClr>
            </a:solidFill>
            <a:ln w="12700" cap="flat" cmpd="sng">
              <a:solidFill>
                <a:srgbClr val="000000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8434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68775" y="144463"/>
            <a:ext cx="820738" cy="19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50102" y="586015"/>
            <a:ext cx="41908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+mn-ea"/>
                <a:ea typeface="+mn-ea"/>
              </a:rPr>
              <a:t>8.</a:t>
            </a:r>
            <a:r>
              <a:rPr lang="zh-CN" altLang="zh-CN" sz="1000" dirty="0">
                <a:latin typeface="+mn-ea"/>
                <a:ea typeface="+mn-ea"/>
              </a:rPr>
              <a:t>怎样快捷交费？</a:t>
            </a:r>
            <a:endParaRPr lang="zh-CN" altLang="zh-CN" sz="1000" dirty="0">
              <a:latin typeface="+mn-ea"/>
              <a:ea typeface="+mn-ea"/>
            </a:endParaRPr>
          </a:p>
          <a:p>
            <a:r>
              <a:rPr lang="zh-CN" altLang="zh-CN" sz="1000" dirty="0">
                <a:latin typeface="+mn-ea"/>
                <a:ea typeface="+mn-ea"/>
              </a:rPr>
              <a:t>答：关注白云机场官方微信号，点击菜单栏【机场通】，点击</a:t>
            </a:r>
            <a:r>
              <a:rPr lang="en-US" altLang="zh-CN" sz="1000" dirty="0">
                <a:latin typeface="+mn-ea"/>
                <a:ea typeface="+mn-ea"/>
              </a:rPr>
              <a:t>T1T2</a:t>
            </a:r>
            <a:r>
              <a:rPr lang="zh-CN" altLang="zh-CN" sz="1000" dirty="0">
                <a:latin typeface="+mn-ea"/>
                <a:ea typeface="+mn-ea"/>
              </a:rPr>
              <a:t>停车缴费，输入车牌号点击【查询】，查看费用先关信息，点击【支付】，输入密码进行支付，缴费成功后可点击该页面【开发票】进行开票</a:t>
            </a:r>
            <a:r>
              <a:rPr lang="zh-CN" altLang="zh-CN" sz="1000" dirty="0" smtClean="0">
                <a:latin typeface="+mn-ea"/>
                <a:ea typeface="+mn-ea"/>
              </a:rPr>
              <a:t>。</a:t>
            </a:r>
            <a:endParaRPr lang="en-US" altLang="zh-CN" sz="1000" dirty="0" smtClean="0">
              <a:latin typeface="+mn-ea"/>
              <a:ea typeface="+mn-ea"/>
            </a:endParaRPr>
          </a:p>
          <a:p>
            <a:endParaRPr lang="zh-CN" altLang="zh-CN" sz="1000" dirty="0">
              <a:latin typeface="+mn-ea"/>
              <a:ea typeface="+mn-ea"/>
            </a:endParaRPr>
          </a:p>
          <a:p>
            <a:r>
              <a:rPr lang="en-US" altLang="zh-CN" sz="1000" dirty="0">
                <a:latin typeface="+mn-ea"/>
                <a:ea typeface="+mn-ea"/>
              </a:rPr>
              <a:t>9.</a:t>
            </a:r>
            <a:r>
              <a:rPr lang="zh-CN" altLang="zh-CN" sz="1000" dirty="0">
                <a:latin typeface="+mn-ea"/>
                <a:ea typeface="+mn-ea"/>
              </a:rPr>
              <a:t>选择电子支付交停车费后有发票吗？</a:t>
            </a:r>
            <a:endParaRPr lang="zh-CN" altLang="zh-CN" sz="1000" dirty="0">
              <a:latin typeface="+mn-ea"/>
              <a:ea typeface="+mn-ea"/>
            </a:endParaRPr>
          </a:p>
          <a:p>
            <a:r>
              <a:rPr lang="zh-CN" altLang="zh-CN" sz="1000" dirty="0">
                <a:latin typeface="+mn-ea"/>
                <a:ea typeface="+mn-ea"/>
              </a:rPr>
              <a:t>答：有，支付时可根据操作提示进入电子发票平台进行开具</a:t>
            </a:r>
            <a:r>
              <a:rPr lang="zh-CN" altLang="zh-CN" sz="1000" dirty="0" smtClean="0">
                <a:latin typeface="+mn-ea"/>
                <a:ea typeface="+mn-ea"/>
              </a:rPr>
              <a:t>。</a:t>
            </a:r>
            <a:endParaRPr lang="en-US" altLang="zh-CN" sz="1000" dirty="0" smtClean="0">
              <a:latin typeface="+mn-ea"/>
              <a:ea typeface="+mn-ea"/>
            </a:endParaRPr>
          </a:p>
          <a:p>
            <a:endParaRPr lang="zh-CN" altLang="zh-CN" sz="1000" dirty="0">
              <a:latin typeface="+mn-ea"/>
              <a:ea typeface="+mn-ea"/>
            </a:endParaRPr>
          </a:p>
          <a:p>
            <a:r>
              <a:rPr lang="en-US" altLang="zh-CN" sz="1000" dirty="0">
                <a:latin typeface="+mn-ea"/>
                <a:ea typeface="+mn-ea"/>
              </a:rPr>
              <a:t>10.</a:t>
            </a:r>
            <a:r>
              <a:rPr lang="zh-CN" altLang="zh-CN" sz="1000" dirty="0">
                <a:latin typeface="+mn-ea"/>
                <a:ea typeface="+mn-ea"/>
              </a:rPr>
              <a:t>扫描二维码支付成功后忘记开发票怎么办？</a:t>
            </a:r>
            <a:endParaRPr lang="zh-CN" altLang="zh-CN" sz="1000" dirty="0">
              <a:latin typeface="+mn-ea"/>
              <a:ea typeface="+mn-ea"/>
            </a:endParaRPr>
          </a:p>
          <a:p>
            <a:r>
              <a:rPr lang="zh-CN" altLang="zh-CN" sz="1000" dirty="0">
                <a:latin typeface="+mn-ea"/>
                <a:ea typeface="+mn-ea"/>
              </a:rPr>
              <a:t>答：点击【机场通】，输入关键词</a:t>
            </a:r>
            <a:r>
              <a:rPr lang="en-US" altLang="zh-CN" sz="1000" dirty="0">
                <a:latin typeface="+mn-ea"/>
                <a:ea typeface="+mn-ea"/>
              </a:rPr>
              <a:t>“</a:t>
            </a:r>
            <a:r>
              <a:rPr lang="zh-CN" altLang="zh-CN" sz="1000" dirty="0">
                <a:latin typeface="+mn-ea"/>
                <a:ea typeface="+mn-ea"/>
              </a:rPr>
              <a:t>发票</a:t>
            </a:r>
            <a:r>
              <a:rPr lang="en-US" altLang="zh-CN" sz="1000" dirty="0">
                <a:latin typeface="+mn-ea"/>
                <a:ea typeface="+mn-ea"/>
              </a:rPr>
              <a:t>”</a:t>
            </a:r>
            <a:r>
              <a:rPr lang="zh-CN" altLang="zh-CN" sz="1000" dirty="0">
                <a:latin typeface="+mn-ea"/>
                <a:ea typeface="+mn-ea"/>
              </a:rPr>
              <a:t>，出现</a:t>
            </a:r>
            <a:r>
              <a:rPr lang="en-US" altLang="zh-CN" sz="1000" dirty="0">
                <a:latin typeface="+mn-ea"/>
                <a:ea typeface="+mn-ea"/>
              </a:rPr>
              <a:t>“</a:t>
            </a:r>
            <a:r>
              <a:rPr lang="zh-CN" altLang="zh-CN" sz="1000" dirty="0">
                <a:latin typeface="+mn-ea"/>
                <a:ea typeface="+mn-ea"/>
              </a:rPr>
              <a:t>补开发票</a:t>
            </a:r>
            <a:r>
              <a:rPr lang="en-US" altLang="zh-CN" sz="1000" dirty="0">
                <a:latin typeface="+mn-ea"/>
                <a:ea typeface="+mn-ea"/>
              </a:rPr>
              <a:t>”</a:t>
            </a:r>
            <a:r>
              <a:rPr lang="zh-CN" altLang="zh-CN" sz="1000" dirty="0">
                <a:latin typeface="+mn-ea"/>
                <a:ea typeface="+mn-ea"/>
              </a:rPr>
              <a:t>链接，输入支付单号，查询开票，点击确认提交后，电子发票将在</a:t>
            </a:r>
            <a:r>
              <a:rPr lang="en-US" altLang="zh-CN" sz="1000" dirty="0">
                <a:latin typeface="+mn-ea"/>
                <a:ea typeface="+mn-ea"/>
              </a:rPr>
              <a:t>1-5</a:t>
            </a:r>
            <a:r>
              <a:rPr lang="zh-CN" altLang="zh-CN" sz="1000" dirty="0">
                <a:latin typeface="+mn-ea"/>
                <a:ea typeface="+mn-ea"/>
              </a:rPr>
              <a:t>个工作日发至邮箱。</a:t>
            </a:r>
            <a:endParaRPr lang="zh-CN" altLang="zh-CN" sz="1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reeform 3"/>
          <p:cNvSpPr/>
          <p:nvPr/>
        </p:nvSpPr>
        <p:spPr>
          <a:xfrm>
            <a:off x="265113" y="2660650"/>
            <a:ext cx="704850" cy="58738"/>
          </a:xfrm>
          <a:custGeom>
            <a:avLst/>
            <a:gdLst>
              <a:gd name="txL" fmla="*/ 0 w 791997"/>
              <a:gd name="txT" fmla="*/ 0 h 67703"/>
              <a:gd name="txR" fmla="*/ 791997 w 791997"/>
              <a:gd name="txB" fmla="*/ 67703 h 67703"/>
            </a:gdLst>
            <a:ahLst/>
            <a:cxnLst>
              <a:cxn ang="0">
                <a:pos x="0" y="42610"/>
              </a:cxn>
              <a:cxn ang="0">
                <a:pos x="558080" y="42610"/>
              </a:cxn>
              <a:cxn ang="0">
                <a:pos x="558080" y="0"/>
              </a:cxn>
              <a:cxn ang="0">
                <a:pos x="0" y="0"/>
              </a:cxn>
              <a:cxn ang="0">
                <a:pos x="0" y="42610"/>
              </a:cxn>
            </a:cxnLst>
            <a:rect l="txL" t="txT" r="txR" b="txB"/>
            <a:pathLst>
              <a:path w="791997" h="67703">
                <a:moveTo>
                  <a:pt x="0" y="67703"/>
                </a:moveTo>
                <a:lnTo>
                  <a:pt x="791997" y="67703"/>
                </a:lnTo>
                <a:lnTo>
                  <a:pt x="791997" y="0"/>
                </a:lnTo>
                <a:lnTo>
                  <a:pt x="0" y="0"/>
                </a:lnTo>
                <a:lnTo>
                  <a:pt x="0" y="67703"/>
                </a:lnTo>
              </a:path>
            </a:pathLst>
          </a:custGeom>
          <a:solidFill>
            <a:srgbClr val="1C63A0">
              <a:alpha val="10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58" name="Freeform 3"/>
          <p:cNvSpPr/>
          <p:nvPr/>
        </p:nvSpPr>
        <p:spPr>
          <a:xfrm>
            <a:off x="971550" y="2660650"/>
            <a:ext cx="701675" cy="58738"/>
          </a:xfrm>
          <a:custGeom>
            <a:avLst/>
            <a:gdLst>
              <a:gd name="txL" fmla="*/ 0 w 792010"/>
              <a:gd name="txT" fmla="*/ 0 h 67703"/>
              <a:gd name="txR" fmla="*/ 792010 w 792010"/>
              <a:gd name="txB" fmla="*/ 67703 h 67703"/>
            </a:gdLst>
            <a:ahLst/>
            <a:cxnLst>
              <a:cxn ang="0">
                <a:pos x="0" y="42610"/>
              </a:cxn>
              <a:cxn ang="0">
                <a:pos x="548597" y="42610"/>
              </a:cxn>
              <a:cxn ang="0">
                <a:pos x="548597" y="0"/>
              </a:cxn>
              <a:cxn ang="0">
                <a:pos x="0" y="0"/>
              </a:cxn>
              <a:cxn ang="0">
                <a:pos x="0" y="42610"/>
              </a:cxn>
            </a:cxnLst>
            <a:rect l="txL" t="txT" r="txR" b="txB"/>
            <a:pathLst>
              <a:path w="792010" h="67703">
                <a:moveTo>
                  <a:pt x="0" y="67703"/>
                </a:moveTo>
                <a:lnTo>
                  <a:pt x="792010" y="67703"/>
                </a:lnTo>
                <a:lnTo>
                  <a:pt x="792010" y="0"/>
                </a:lnTo>
                <a:lnTo>
                  <a:pt x="0" y="0"/>
                </a:lnTo>
                <a:lnTo>
                  <a:pt x="0" y="67703"/>
                </a:lnTo>
              </a:path>
            </a:pathLst>
          </a:custGeom>
          <a:solidFill>
            <a:srgbClr val="36AFE9">
              <a:alpha val="10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59" name="Freeform 3"/>
          <p:cNvSpPr/>
          <p:nvPr/>
        </p:nvSpPr>
        <p:spPr>
          <a:xfrm>
            <a:off x="1673225" y="2660650"/>
            <a:ext cx="704850" cy="58738"/>
          </a:xfrm>
          <a:custGeom>
            <a:avLst/>
            <a:gdLst>
              <a:gd name="txL" fmla="*/ 0 w 791997"/>
              <a:gd name="txT" fmla="*/ 0 h 67703"/>
              <a:gd name="txR" fmla="*/ 791997 w 791997"/>
              <a:gd name="txB" fmla="*/ 67703 h 67703"/>
            </a:gdLst>
            <a:ahLst/>
            <a:cxnLst>
              <a:cxn ang="0">
                <a:pos x="0" y="42610"/>
              </a:cxn>
              <a:cxn ang="0">
                <a:pos x="558080" y="42610"/>
              </a:cxn>
              <a:cxn ang="0">
                <a:pos x="558080" y="0"/>
              </a:cxn>
              <a:cxn ang="0">
                <a:pos x="0" y="0"/>
              </a:cxn>
              <a:cxn ang="0">
                <a:pos x="0" y="42610"/>
              </a:cxn>
            </a:cxnLst>
            <a:rect l="txL" t="txT" r="txR" b="txB"/>
            <a:pathLst>
              <a:path w="791997" h="67703">
                <a:moveTo>
                  <a:pt x="0" y="67703"/>
                </a:moveTo>
                <a:lnTo>
                  <a:pt x="791997" y="67703"/>
                </a:lnTo>
                <a:lnTo>
                  <a:pt x="791997" y="0"/>
                </a:lnTo>
                <a:lnTo>
                  <a:pt x="0" y="0"/>
                </a:lnTo>
                <a:lnTo>
                  <a:pt x="0" y="67703"/>
                </a:lnTo>
              </a:path>
            </a:pathLst>
          </a:custGeom>
          <a:solidFill>
            <a:srgbClr val="66C530">
              <a:alpha val="10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0" name="Freeform 3"/>
          <p:cNvSpPr/>
          <p:nvPr/>
        </p:nvSpPr>
        <p:spPr>
          <a:xfrm>
            <a:off x="2378075" y="2660650"/>
            <a:ext cx="703263" cy="58738"/>
          </a:xfrm>
          <a:custGeom>
            <a:avLst/>
            <a:gdLst>
              <a:gd name="txL" fmla="*/ 0 w 791997"/>
              <a:gd name="txT" fmla="*/ 0 h 67703"/>
              <a:gd name="txR" fmla="*/ 791997 w 791997"/>
              <a:gd name="txB" fmla="*/ 67703 h 67703"/>
            </a:gdLst>
            <a:ahLst/>
            <a:cxnLst>
              <a:cxn ang="0">
                <a:pos x="0" y="42610"/>
              </a:cxn>
              <a:cxn ang="0">
                <a:pos x="555567" y="42610"/>
              </a:cxn>
              <a:cxn ang="0">
                <a:pos x="555567" y="0"/>
              </a:cxn>
              <a:cxn ang="0">
                <a:pos x="0" y="0"/>
              </a:cxn>
              <a:cxn ang="0">
                <a:pos x="0" y="42610"/>
              </a:cxn>
            </a:cxnLst>
            <a:rect l="txL" t="txT" r="txR" b="txB"/>
            <a:pathLst>
              <a:path w="791997" h="67703">
                <a:moveTo>
                  <a:pt x="0" y="67703"/>
                </a:moveTo>
                <a:lnTo>
                  <a:pt x="791997" y="67703"/>
                </a:lnTo>
                <a:lnTo>
                  <a:pt x="791997" y="0"/>
                </a:lnTo>
                <a:lnTo>
                  <a:pt x="0" y="0"/>
                </a:lnTo>
                <a:lnTo>
                  <a:pt x="0" y="67703"/>
                </a:lnTo>
              </a:path>
            </a:pathLst>
          </a:custGeom>
          <a:solidFill>
            <a:srgbClr val="F89D0E">
              <a:alpha val="10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1" name="TextBox 1"/>
          <p:cNvSpPr/>
          <p:nvPr/>
        </p:nvSpPr>
        <p:spPr>
          <a:xfrm>
            <a:off x="236538" y="1300163"/>
            <a:ext cx="1000125" cy="3794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>
            <a:spAutoFit/>
          </a:bodyPr>
          <a:lstStyle>
            <a:lvl1pPr marL="3048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60400" indent="-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0160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4224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18288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lnSpc>
                <a:spcPts val="2575"/>
              </a:lnSpc>
              <a:spcBef>
                <a:spcPct val="0"/>
              </a:spcBef>
              <a:buNone/>
            </a:pPr>
            <a:r>
              <a:rPr lang="en-US" altLang="zh-CN" sz="1900" b="1">
                <a:solidFill>
                  <a:srgbClr val="2357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超越商业</a:t>
            </a:r>
            <a:endParaRPr lang="en-US" altLang="zh-CN" sz="1900" b="1">
              <a:solidFill>
                <a:srgbClr val="2357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462" name="TextBox 1"/>
          <p:cNvSpPr/>
          <p:nvPr/>
        </p:nvSpPr>
        <p:spPr>
          <a:xfrm>
            <a:off x="236538" y="1627188"/>
            <a:ext cx="1500187" cy="3794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>
            <a:spAutoFit/>
          </a:bodyPr>
          <a:lstStyle>
            <a:lvl1pPr marL="3048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60400" indent="-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0160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4224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18288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lnSpc>
                <a:spcPts val="2575"/>
              </a:lnSpc>
              <a:spcBef>
                <a:spcPct val="0"/>
              </a:spcBef>
              <a:buNone/>
            </a:pPr>
            <a:r>
              <a:rPr lang="en-US" altLang="zh-CN" sz="1900" b="1">
                <a:solidFill>
                  <a:srgbClr val="2357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共创美好世界</a:t>
            </a:r>
            <a:endParaRPr lang="en-US" altLang="zh-CN" sz="1900" b="1">
              <a:solidFill>
                <a:srgbClr val="2357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224" name="TextBox 1"/>
          <p:cNvSpPr>
            <a:spLocks noChangeArrowheads="1"/>
          </p:cNvSpPr>
          <p:nvPr/>
        </p:nvSpPr>
        <p:spPr bwMode="auto">
          <a:xfrm>
            <a:off x="247650" y="1176338"/>
            <a:ext cx="528638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62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535" b="0" i="0" u="none" strike="noStrike" kern="1200" cap="none" spc="0" normalizeH="0" baseline="0" noProof="0" smtClean="0">
                <a:ln>
                  <a:noFill/>
                </a:ln>
                <a:solidFill>
                  <a:srgbClr val="4F4C4D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www.avic-intl.cn</a:t>
            </a: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8201" name="TextBox 1"/>
          <p:cNvSpPr>
            <a:spLocks noChangeArrowheads="1"/>
          </p:cNvSpPr>
          <p:nvPr/>
        </p:nvSpPr>
        <p:spPr bwMode="auto">
          <a:xfrm>
            <a:off x="257175" y="1952625"/>
            <a:ext cx="868363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>
            <a:spAutoFit/>
          </a:bodyPr>
          <a:lstStyle>
            <a:lvl1pPr marL="3048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60400" indent="-254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0160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4224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1828800" indent="-2032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lnSpc>
                <a:spcPts val="2575"/>
              </a:lnSpc>
              <a:spcBef>
                <a:spcPct val="0"/>
              </a:spcBef>
              <a:buNone/>
            </a:pPr>
            <a:r>
              <a:rPr lang="zh-CN" altLang="en-US" sz="1600" b="1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Thanks !</a:t>
            </a:r>
            <a:endParaRPr lang="zh-CN" altLang="en-US" sz="1600" b="1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9465" name="图片 3082" descr="LOGO-透明底版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27013" y="427038"/>
            <a:ext cx="822325" cy="19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871345" y="932180"/>
            <a:ext cx="28086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6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谢谢！</a:t>
            </a:r>
            <a:endParaRPr lang="zh-CN" altLang="en-US" sz="6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h_a"/>
  <p:tag name="KSO_WM_UNIT_INDEX" val="1_3_1"/>
  <p:tag name="KSO_WM_UNIT_ID" val="diagram796_4*l_h_a*1_3_1"/>
  <p:tag name="KSO_WM_UNIT_CLEAR" val="1"/>
  <p:tag name="KSO_WM_UNIT_LAYERLEVEL" val="1_1_1"/>
  <p:tag name="KSO_WM_UNIT_VALUE" val="24"/>
  <p:tag name="KSO_WM_UNIT_HIGHLIGHT" val="0"/>
  <p:tag name="KSO_WM_UNIT_COMPATIBLE" val="0"/>
  <p:tag name="KSO_WM_BEAUTIFY_FLAG" val="#wm#"/>
  <p:tag name="KSO_WM_DIAGRAM_GROUP_CODE" val="l1-1"/>
  <p:tag name="KSO_WM_UNIT_PRESET_TEXT" val="LOREM"/>
  <p:tag name="KSO_WM_UNIT_FILL_FORE_SCHEMECOLOR_INDEX" val="8"/>
  <p:tag name="KSO_WM_UNIT_FILL_TYPE" val="1"/>
  <p:tag name="KSO_WM_UNIT_TEXT_FILL_FORE_SCHEMECOLOR_INDEX" val="2"/>
  <p:tag name="KSO_WM_UNIT_TEXT_FILL_TYPE" val="1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796_4*i*2"/>
  <p:tag name="KSO_WM_TEMPLATE_CATEGORY" val="diagram"/>
  <p:tag name="KSO_WM_TEMPLATE_INDEX" val="796"/>
  <p:tag name="KSO_WM_UNIT_INDEX" val="2"/>
</p:tagLst>
</file>

<file path=ppt/tags/tag3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1"/>
  <p:tag name="KSO_WM_UNIT_ID" val="diagram796_4*l_i*1_1"/>
  <p:tag name="KSO_WM_UNIT_CLEAR" val="1"/>
  <p:tag name="KSO_WM_UNIT_LAYERLEVEL" val="1_1"/>
  <p:tag name="KSO_WM_BEAUTIFY_FLAG" val="#wm#"/>
  <p:tag name="KSO_WM_DIAGRAM_GROUP_CODE" val="l1-1"/>
  <p:tag name="KSO_WM_UNIT_FILL_FORE_SCHEMECOLOR_INDEX" val="8"/>
  <p:tag name="KSO_WM_UNIT_FILL_TYPE" val="1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2"/>
  <p:tag name="KSO_WM_UNIT_ID" val="diagram796_4*l_i*1_2"/>
  <p:tag name="KSO_WM_UNIT_CLEAR" val="1"/>
  <p:tag name="KSO_WM_UNIT_LAYERLEVEL" val="1_1"/>
  <p:tag name="KSO_WM_BEAUTIFY_FLAG" val="#wm#"/>
  <p:tag name="KSO_WM_DIAGRAM_GROUP_CODE" val="l1-1"/>
  <p:tag name="KSO_WM_UNIT_FILL_FORE_SCHEMECOLOR_INDEX" val="8"/>
  <p:tag name="KSO_WM_UNIT_FILL_TYPE" val="1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h_a"/>
  <p:tag name="KSO_WM_UNIT_INDEX" val="1_2_1"/>
  <p:tag name="KSO_WM_UNIT_ID" val="diagram796_4*l_h_a*1_2_1"/>
  <p:tag name="KSO_WM_UNIT_CLEAR" val="1"/>
  <p:tag name="KSO_WM_UNIT_LAYERLEVEL" val="1_1_1"/>
  <p:tag name="KSO_WM_UNIT_VALUE" val="24"/>
  <p:tag name="KSO_WM_UNIT_HIGHLIGHT" val="0"/>
  <p:tag name="KSO_WM_UNIT_COMPATIBLE" val="0"/>
  <p:tag name="KSO_WM_BEAUTIFY_FLAG" val="#wm#"/>
  <p:tag name="KSO_WM_DIAGRAM_GROUP_CODE" val="l1-1"/>
  <p:tag name="KSO_WM_UNIT_PRESET_TEXT" val="LOREM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796_4*i*8"/>
  <p:tag name="KSO_WM_TEMPLATE_CATEGORY" val="diagram"/>
  <p:tag name="KSO_WM_TEMPLATE_INDEX" val="796"/>
  <p:tag name="KSO_WM_UNIT_INDEX" val="8"/>
</p:tagLst>
</file>

<file path=ppt/tags/tag7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3"/>
  <p:tag name="KSO_WM_UNIT_ID" val="diagram796_4*l_i*1_3"/>
  <p:tag name="KSO_WM_UNIT_CLEAR" val="1"/>
  <p:tag name="KSO_WM_UNIT_LAYERLEVEL" val="1_1"/>
  <p:tag name="KSO_WM_BEAUTIFY_FLAG" val="#wm#"/>
  <p:tag name="KSO_WM_DIAGRAM_GROUP_CODE" val="l1-1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4"/>
  <p:tag name="KSO_WM_UNIT_ID" val="diagram796_4*l_i*1_4"/>
  <p:tag name="KSO_WM_UNIT_CLEAR" val="1"/>
  <p:tag name="KSO_WM_UNIT_LAYERLEVEL" val="1_1"/>
  <p:tag name="KSO_WM_BEAUTIFY_FLAG" val="#wm#"/>
  <p:tag name="KSO_WM_DIAGRAM_GROUP_CODE" val="l1-1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h_a"/>
  <p:tag name="KSO_WM_UNIT_INDEX" val="1_1_1"/>
  <p:tag name="KSO_WM_UNIT_ID" val="diagram796_4*l_h_a*1_1_1"/>
  <p:tag name="KSO_WM_UNIT_CLEAR" val="1"/>
  <p:tag name="KSO_WM_UNIT_LAYERLEVEL" val="1_1_1"/>
  <p:tag name="KSO_WM_UNIT_VALUE" val="26"/>
  <p:tag name="KSO_WM_UNIT_HIGHLIGHT" val="0"/>
  <p:tag name="KSO_WM_UNIT_COMPATIBLE" val="0"/>
  <p:tag name="KSO_WM_BEAUTIFY_FLAG" val="#wm#"/>
  <p:tag name="KSO_WM_DIAGRAM_GROUP_CODE" val="l1-1"/>
  <p:tag name="KSO_WM_UNIT_PRESET_TEXT" val="LOREM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796_4*i*14"/>
  <p:tag name="KSO_WM_TEMPLATE_CATEGORY" val="diagram"/>
  <p:tag name="KSO_WM_TEMPLATE_INDEX" val="796"/>
  <p:tag name="KSO_WM_UNIT_INDEX" val="14"/>
</p:tagLst>
</file>

<file path=ppt/tags/tag11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5"/>
  <p:tag name="KSO_WM_UNIT_ID" val="diagram796_4*l_i*1_5"/>
  <p:tag name="KSO_WM_UNIT_CLEAR" val="1"/>
  <p:tag name="KSO_WM_UNIT_LAYERLEVEL" val="1_1"/>
  <p:tag name="KSO_WM_BEAUTIFY_FLAG" val="#wm#"/>
  <p:tag name="KSO_WM_DIAGRAM_GROUP_CODE" val="l1-1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6"/>
  <p:tag name="KSO_WM_UNIT_ID" val="diagram796_4*l_i*1_6"/>
  <p:tag name="KSO_WM_UNIT_CLEAR" val="1"/>
  <p:tag name="KSO_WM_UNIT_LAYERLEVEL" val="1_1"/>
  <p:tag name="KSO_WM_BEAUTIFY_FLAG" val="#wm#"/>
  <p:tag name="KSO_WM_DIAGRAM_GROUP_CODE" val="l1-1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7"/>
  <p:tag name="KSO_WM_UNIT_ID" val="diagram796_4*l_i*1_7"/>
  <p:tag name="KSO_WM_UNIT_CLEAR" val="1"/>
  <p:tag name="KSO_WM_UNIT_LAYERLEVEL" val="1_1"/>
  <p:tag name="KSO_WM_BEAUTIFY_FLAG" val="#wm#"/>
  <p:tag name="KSO_WM_DIAGRAM_GROUP_CODE" val="l1-1"/>
  <p:tag name="KSO_WM_UNIT_TEXT_FILL_FORE_SCHEMECOLOR_INDEX" val="14"/>
  <p:tag name="KSO_WM_UNIT_TEXT_FILL_TYPE" val="1"/>
</p:tagLst>
</file>

<file path=ppt/tags/tag14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8"/>
  <p:tag name="KSO_WM_UNIT_ID" val="diagram796_4*l_i*1_8"/>
  <p:tag name="KSO_WM_UNIT_CLEAR" val="1"/>
  <p:tag name="KSO_WM_UNIT_LAYERLEVEL" val="1_1"/>
  <p:tag name="KSO_WM_BEAUTIFY_FLAG" val="#wm#"/>
  <p:tag name="KSO_WM_DIAGRAM_GROUP_CODE" val="l1-1"/>
  <p:tag name="KSO_WM_UNIT_TEXT_FILL_FORE_SCHEMECOLOR_INDEX" val="14"/>
  <p:tag name="KSO_WM_UNIT_TEXT_FILL_TYPE" val="1"/>
</p:tagLst>
</file>

<file path=ppt/tags/tag15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9"/>
  <p:tag name="KSO_WM_UNIT_ID" val="diagram796_4*l_i*1_9"/>
  <p:tag name="KSO_WM_UNIT_CLEAR" val="1"/>
  <p:tag name="KSO_WM_UNIT_LAYERLEVEL" val="1_1"/>
  <p:tag name="KSO_WM_BEAUTIFY_FLAG" val="#wm#"/>
  <p:tag name="KSO_WM_DIAGRAM_GROUP_CODE" val="l1-1"/>
  <p:tag name="KSO_WM_UNIT_TEXT_FILL_FORE_SCHEMECOLOR_INDEX" val="14"/>
  <p:tag name="KSO_WM_UNIT_TEXT_FILL_TYPE" val="1"/>
</p:tagLst>
</file>

<file path=ppt/tags/tag16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10"/>
  <p:tag name="KSO_WM_UNIT_ID" val="diagram796_4*l_i*1_10"/>
  <p:tag name="KSO_WM_UNIT_CLEAR" val="1"/>
  <p:tag name="KSO_WM_UNIT_LAYERLEVEL" val="1_1"/>
  <p:tag name="KSO_WM_BEAUTIFY_FLAG" val="#wm#"/>
  <p:tag name="KSO_WM_DIAGRAM_GROUP_CODE" val="l1-1"/>
  <p:tag name="KSO_WM_UNIT_FILL_FORE_SCHEMECOLOR_INDEX" val="6"/>
  <p:tag name="KSO_WM_UNIT_FILL_TYPE" val="1"/>
</p:tagLst>
</file>

<file path=ppt/tags/tag17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11"/>
  <p:tag name="KSO_WM_UNIT_ID" val="diagram796_4*l_i*1_11"/>
  <p:tag name="KSO_WM_UNIT_CLEAR" val="1"/>
  <p:tag name="KSO_WM_UNIT_LAYERLEVEL" val="1_1"/>
  <p:tag name="KSO_WM_BEAUTIFY_FLAG" val="#wm#"/>
  <p:tag name="KSO_WM_DIAGRAM_GROUP_CODE" val="l1-1"/>
  <p:tag name="KSO_WM_UNIT_FILL_FORE_SCHEMECOLOR_INDEX" val="7"/>
  <p:tag name="KSO_WM_UNIT_FILL_TYPE" val="1"/>
</p:tagLst>
</file>

<file path=ppt/tags/tag18.xml><?xml version="1.0" encoding="utf-8"?>
<p:tagLst xmlns:p="http://schemas.openxmlformats.org/presentationml/2006/main">
  <p:tag name="KSO_WM_TEMPLATE_CATEGORY" val="diagram"/>
  <p:tag name="KSO_WM_TEMPLATE_INDEX" val="796"/>
  <p:tag name="KSO_WM_TAG_VERSION" val="1.0"/>
  <p:tag name="KSO_WM_UNIT_TYPE" val="l_i"/>
  <p:tag name="KSO_WM_UNIT_INDEX" val="1_12"/>
  <p:tag name="KSO_WM_UNIT_ID" val="diagram796_4*l_i*1_12"/>
  <p:tag name="KSO_WM_UNIT_CLEAR" val="1"/>
  <p:tag name="KSO_WM_UNIT_LAYERLEVEL" val="1_1"/>
  <p:tag name="KSO_WM_BEAUTIFY_FLAG" val="#wm#"/>
  <p:tag name="KSO_WM_DIAGRAM_GROUP_CODE" val="l1-1"/>
  <p:tag name="KSO_WM_UNIT_FILL_FORE_SCHEMECOLOR_INDEX" val="8"/>
  <p:tag name="KSO_WM_UNIT_FILL_TYPE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stretch>
            <a:fillRect r="-66591"/>
          </a:stretch>
        </a:blipFill>
        <a:ln w="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7200265" tIns="46990" rIns="7200265" bIns="46990" numCol="1" anchor="ctr" anchorCtr="1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stretch>
            <a:fillRect r="-66591"/>
          </a:stretch>
        </a:blipFill>
        <a:ln w="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7200265" tIns="46990" rIns="7200265" bIns="46990" numCol="1" anchor="ctr" anchorCtr="1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4892</Words>
  <Application>WPS 演示</Application>
  <PresentationFormat>自定义</PresentationFormat>
  <Paragraphs>204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微软雅黑</vt:lpstr>
      <vt:lpstr>Times New Roman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待你一袭红装</cp:lastModifiedBy>
  <cp:revision>67</cp:revision>
  <dcterms:created xsi:type="dcterms:W3CDTF">2006-08-16T00:00:00Z</dcterms:created>
  <dcterms:modified xsi:type="dcterms:W3CDTF">2026-07-05T03:37:37Z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8316CE097E0E4242BD915214D4E58BD5_12</vt:lpwstr>
  </property>
</Properties>
</file>